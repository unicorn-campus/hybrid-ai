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1: GraphRAG 검색 실습: 무엇을 만들고 어떻게 진행하나
교재 64쪽 카드 4장이 그대로 코드가 됨. 툴 고르기는 Opus, 판단은 Jev(확률만), 막는 일은 코드, 툴 안은 고정 순서
③ ~ ⑤는 LangChain create_agent가 고리를 돌리고, GuardMiddleware와 ToolWrapperMiddleware가 상한, 강제 종료, 필터, 채점을 맡음
글을 만드는 LLM 호출(G1, G2, ⑧)은 모두 LCEL 체인과 구조화 출력으로 짬
상세 문서: https://github.com/unicorn-campus/hybrid-ai/blob/main/teacher/plan/graphrag-search-실습가이드.md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2: 사전 준비 4가지와 수업에서 쓰는 명령 2개
사전 준비가 끝났는지는 Q01 실행 한 번으로 확인함. 시작 검사가 모자란 것을 「→ 할 일」로 출력함
키는 환경변수에 올리지 않고 클라이언트마다 인자로 넘김. SDK 기본 이름과 달라 직접 넘기는 것임
프롬프트 캐시(5분)를 켜 두어 회차가 늘어도 Opus 입력 비용은 작음. 비용은 주로 출력(생각 포함)임
상세 문서: https://github.com/unicorn-campus/hybrid-ai/blob/main/hands-on/solutions/graphrag/retriever/README.md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3: 교시 2: ① ~ ④ 래퍼(실습 함수 4개)
check_ready는 그래프의 청크 노드 수와 활성 세대 파일의 청크 수를 비교해 두 저장소가 같은 세대인지 봄
build_agent는 두 줄이지만 이 실습의 중심임. 미들웨어 2개가 「막는 일은 코드」를 맡는다는 것을 함께 설명함
run_tool이 붙이는 필터는 ①에서 만든 「볼 수 있는 청크 표」임. 그래프 청크 노드에는 권한 속성이 없어 검색엔진 메타데이터로 만듦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4: 교시 3: ④ 검색엔진과 Local 검색, ⑤ 채점과 상한(실습 함수 4개 + 선택 1개)
L2 ~ L4는 교재에서 Cypher 한 번이지만, 실습 예제는 L2 축소를 파이썬 함수로 꺼내려고 Cypher를 두 번 부름
회원 필터로 고른 그 회원의 상담 원문은 Jev 관련 확률로 빼지 않음. Jev가 「이 회원」 질문을 낮게 매기는 편이라서임(실측)
force_stop_reason을 잘못 채워도 main의 하드 상한(Opus 6번, 180초)이 고리를 끊음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5: 교시 4: ⑥ 리랭킹부터 ⑩ 종료 상태까지(실습 함수 5개)
⑦ 조건 ②의 후보 쌍은 두 가지임. 서로 다른 두 원문의 엔티티(교재 예), 같은 원문이라도 낱말을 속성에 가진 두 엔티티(카드와 혜택)
답 근거로 셀 때는 Jev의 「바로 답이 됨」 확률과 함께 「주제를 다룸」 확률 0.7 이상을 봄. 한국어 함정 질문에서 관련 낮은 원문을 답 근거로 본 경우가 있어서임(실측)
낱말 기준이라 생기는 오거절이 있음. Q14는 질문의 「해지」가 원문에서 「정리」라 이어 주지 못함
상세 문서: https://github.com/unicorn-campus/hybrid-ai/blob/main/hands-on/solutions/graphrag/retriever/README.md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6: 본인 코드로 바꿔 끼우기: import 한 줄과 USE_TEACHER_CODE 목록
인덱싱 실습과 같은 교체 방식임(import 한 줄 + 함수 단위로 강사 코드 대체)
실습 중에는 함수 하나를 고칠 때마다 질문 한두 개만 돌려 비용을 아낌. 평가셋 일괄(--eval)은 강사만 돌림
제출 화면에는 Opus 비용 줄이 들어가게 캡처함
상세 문서: https://github.com/unicorn-campus/hybrid-ai/blob/main/hands-on/solutions/graphrag/retriever/my_search.py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teacher/plan/graphrag-search-&#49892;&#49845;&#44032;&#51060;&#46300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retriever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retriever/core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retriever/core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retriever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retriever/my_searc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검색 실습: 무엇을 만들고 어떻게 진행하나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인덱싱 실습이 만든 그래프와 검색엔진에서 Opus가 툴을 골라 근거를 모으고, 판단은 Jev가, 막는 일은 코드가 맡음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것(교재 64쪽 워크플로우)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049" y="2316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95121" y="224028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접수: 권한, 같은 세대, 보고서 유무를 확인하고 볼 수 있는 청크 표를 만듦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9321" y="2923032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9" y="29992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95121" y="2923032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분석: 코드가 회원번호와 카드명을 필터로 바꾸고, Jev 확률로 코드가 잡담, 모호, 첫 툴을 정함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1" y="3605784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9" y="3681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95121" y="3605784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에이전트 ⇄ ④ 툴 ⇄ ⑤ 채점: create_agent + 미들웨어 2개, 최대 6회차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21" y="4288536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9" y="436473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95121" y="4288536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리랭킹: 모든 회차 원문을 원 질문으로 다시 채점해 8자리(주제마다 1자리 먼저)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9321" y="4971288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9" y="5047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95121" y="4971288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종료 판정: 코드 재확인(한 문장 공존 또는 관계 하나) 뒤 Jev로 한 번 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321" y="565404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9" y="57302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95121" y="565404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⇄ ⑨ 검증 → ⑩ 종료: LCEL 체인 + 구조화 출력, 인용과 숫자 검사, 종료 상태 7가지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7361" y="173736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흐름(4H)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7361" y="2240280"/>
          <a:ext cx="6446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29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실습 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이론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 64 ~ 79쪽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~ ④ 래퍼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O, L과 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4개 + 선택 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~ 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687361" y="429768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방식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87361" y="4800600"/>
            <a:ext cx="644652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함수(직접 7, 빈칸 6)를 my_search.py에 채워 바꿔 끼움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채운 함수는 강사 코드가 대신 돌아 늘 ⑩까지 완주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실행마다 Opus 실제 비용이 찍힘(질문 하나 약 $0.02 ~ 0.05)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입력에는 필터 칸이 없음. 세대, 역할, 회원, 카드 필터는 래퍼가 강제로 붙여 에이전트가 넘을 수 없음(교재 69쪽)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0" name="Text 2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『신한카드 하이브리드AI_W05 ~ W07』 64 ~ 79쪽, teacher/plan/graphrag-search-개발계획서.md 4장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 4가지와 수업에서 쓰는 명령 2개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 검사가 활성 세대, Neo4j, OpenSearch, 키 4개를 한 번에 확인하고 모자란 것을 알려 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준비(수업 전)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5077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5077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실습 완료(활성 세대, 청크 260개). 없으면 --reuse data/teacher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2689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5364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5364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2689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Docker로 Neo4j와 OpenSearch 기동(healthy 확인)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42976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5651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5651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42976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 가상환경에 패키지 2개 추가(README 3장)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5326380"/>
            <a:ext cx="4754880" cy="93726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559384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5326380"/>
            <a:ext cx="39776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secrets/.env에 키 4줄: CLAUDE, JEV, GROQ, COHERE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92801" y="1737360"/>
            <a:ext cx="8641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명령 2개(retriever 폴더에서)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92801" y="2240280"/>
            <a:ext cx="864108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../.venv/Scripts/python.exe search_graph.py --qid Q01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사실 질문을 ① ~ ⑩ 끝까지(약 15초). 「답변 완료」와 Opus 비용 줄을 봄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../.venv/Scripts/python.exe search_graph.py --qid Q19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질문(가족돌봄 카드에 없는 해외 수수료 할인)이 「확인할 수 없음」으로 멈춤(macOS는 ../.venv/bin/python)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801" y="4206240"/>
          <a:ext cx="8641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Q01(강사 PC)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코드의 결정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Jev 확률 → 첫 툴 후보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local_search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 코드 재확인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①, 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① 통과(3문장)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⑩ 종료 상태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이름, 이유, 비용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완료, 약 $0.02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Opus는 temperature를 줄 수 없어 실행마다 고르는 툴이 다를 수 있음. 강사와는 신호, 판정, 종료 상태로 비교함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7" name="Text 24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hands-on/solutions/graphrag/retriever/README.md 3 ~ 5장, 2026-10-25 강사 PC 실측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2: ① ~ ④ 래퍼(실습 함수 4개)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결정 규칙은 직접 작성, create_agent와 래퍼처럼 「무엇을 어떤 순서로 부르나」가 개념인 곳은 빈칸 채우기로 둠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822960"/>
                <a:gridCol w="484632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check_ready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 확인, 인덱스와 그래프가 같은 세대, 보고서가 없으면 global_search만 막음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decide_question_route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Noul 0.7 이상이면 끝냄, Choice는 보기 순서를 바꿔도 같고 확신 0.5 이상일 때만 후보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65, 66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0754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build_agent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create_agent(모델, 툴, 프롬프트, 미들웨어), agent.invoke(입력, context, config)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run_tool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질의 속 회원번호 지우기, 필터를 붙여 서브 워크플로우 부르기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잡담 질문은 「검색 불필요」로 검색 0회</a:t>
            </a:r>
            <a:endParaRPr lang="en-US" sz="15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회차 줄과 Opus가 고른 툴</a:t>
            </a:r>
            <a:endParaRPr lang="en-US" sz="15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Q14: 질의에 회원번호 없음, 다른 회원 원문 0건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Jev는 확률만, 결정은 코드 기준값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애매한 값(0.3 ~ 0.7)은 끝내지 않고 검색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미들웨어: before_model은 상한, wrap_tool_call은 래퍼와 채점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질문을 보기 순서만 바꿔 한 번 더 묻는 까닭은 Jev가 첫 보기로 쏠릴 수 있다고 공식 문서가 밝혀서임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hands-on/solutions/graphrag/retriever/core_search.py, 교재 65 ~ 69쪽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3: ④ 검색엔진과 Local 검색, ⑤ 채점과 상한(실습 함수 4개 + 선택 1개)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순위 합치기, 엔티티 줄이기, 강제 종료는 순수 파이썬 논리라 직접 작성이고, 신호 규칙만 빈칸 채우기임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822960"/>
                <a:gridCol w="484632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O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rrf_merge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청크마다 Σ 1 / (60 + 순위), 점수 내림차순 상위 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narrow_entities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엔티티 → 청크마다 1개 → 유사도 순, 합계 16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diagnose_signals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NO_SEED, NO_COOCCUR, PASS 규칙(나머지 4개는 완성)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force_stop_reason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 6, NO_NEW 2회 연속, 같은 호출 2회 연속, 전량 실패 2회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28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normalize_entity_key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레이블마다 키를 같은 꼴로(카드 접미어, 조항 번호)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Q05: 답이 강사와 같은 조항(제21조)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Q09: 엔티티 16개 이하</a:t>
            </a:r>
            <a:endParaRPr lang="en-US" sz="15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Q18: NO_COOCCUR가 한 번 이상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RRF는 점수 단위가 달라도 순위만 씀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세는 일은 Jev가 아니라 코드가 함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종료면 모델을 다시 부르지 않음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신호와 기준값은 이 설계의 가정값이고, Jev 판정 기준값은 TypeSafe 공식 쿡북의 출발값임(평가셋으로 조정)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hands-on/solutions/graphrag/retriever/core_search.py, 교재 70 ~ 75쪽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4: ⑥ 리랭킹부터 ⑩ 종료 상태까지(실습 함수 5개)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자리 나누기와 근거 검증은 직접 작성, 재확인 조건과 LCEL 체인, 종료 상태 표는 빈칸 채우기임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822960"/>
                <a:gridCol w="484632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96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select_final_chunks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주제마다 1자리 먼저, 남은 자리는 점수 순, 8자리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recheck_question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① 공존 문장 수, 조건 ② 두 엔티티가 관계 하나로 이어짐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956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⑧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generate_answer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with_structured_output(GroundedAnswer), LCEL 체인(프롬프트 → 구조화 모델)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verify_answer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 id 존재, 숫자와 조항 번호, 보고서 인용은 경향 문장에만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96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make_end_state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END_STATES에서 이름과 뜻 꺼내기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Q01: 조건 ① 통과, 검증 통과</a:t>
            </a:r>
            <a:endParaRPr lang="en-US" sz="15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Q18: ⑦ 불통과 → 확인할 수 없음</a:t>
            </a:r>
            <a:endParaRPr lang="en-US" sz="15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Q25: 검증 실패 사유와 재작성이 나올 수 있음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재확인을 Jev가 살리지 않음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전제 충돌은 통과 + 표시</a:t>
            </a:r>
            <a:endParaRPr lang="en-US" sz="1500" dirty="0"/>
          </a:p>
          <a:p>
            <a:pPr algn="l" marL="228600" indent="-2286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「확인할 수 없음」도 정상 종료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5문항 × 3회 실측에서 15번 모두 「확인할 수 없음」. ⑦ 코드 재확인과 Jev만으로 14번 막았고, 1번은 에이전트가 먼저 멈춤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hands-on/solutions/graphrag/retriever/core_search.py, 교재 76 ~ 79쪽, 2026-10-25 강사 PC 실측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코드로 바꿔 끼우기: import 한 줄과 USE_TEACHER_CODE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채운 함수는 강사 코드가 대신 돌므로 한 함수씩 채우며 전체를 끝까지 돌려 볼 수 있음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30936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 절차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4048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search_graph.py의 import 한 줄을 import my_search as core 로 바꿈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06324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2278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063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my_search.py 맨 아래 USE_TEACHER_CODE 목록에서 지금 채울 함수 이름을 지움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388620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0507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38862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함수를 채우고 확인 명령(--qid Q01 등)으로 실행함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470916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4873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47091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신호, ⑦ 판정, 종료 상태를 강사 결과와 비교함(툴 경로는 다를 수 있음)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321" y="553212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1" y="569671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1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9401" y="55321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이름을 목록에 다시 넣고 다음 함수로 넘어감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7281" y="173736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7281" y="2240280"/>
            <a:ext cx="708660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USE_TEACHER_CODE가 빈 my_search.py로 Q01이 「답변 완료」, ⑨ 검증 통과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Q19가 「확인할 수 없음」, 어느 단계에서 막혔는지 설명할 수 있음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Q14에서 다른 회원 원문 0건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제출: my_search.py와 Q01, Q19 실행 화면 캡처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7281" y="411480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7281" y="4617720"/>
            <a:ext cx="708660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NotImplementedError 빈칸 N: 아직 안 채움 또는 raise 줄을 안 지움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[실습 함수 오류]와 Traceback: 본인 함수의 예외임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429(호출 제한): 잠시 뒤 다시 실행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강사와 툴 경로가 다름: 정상(신호와 판정으로 비교)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함수에서 예외가 나면 감추지 않고 Traceback을 보여 주고 그 요청만 ⑩ 오류로 끝냄. 고리는 다시 돌지 않음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hands-on/solutions/graphrag/retriever/my_search.py, README.md 6장과 9장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검색 실습 가이드</dc:title>
  <dc:subject>PptxGenJS Presentation</dc:subject>
  <dc:creator>hybrid-ai 교육팀</dc:creator>
  <cp:lastModifiedBy>hybrid-ai 교육팀</cp:lastModifiedBy>
  <cp:revision>1</cp:revision>
  <dcterms:created xsi:type="dcterms:W3CDTF">2026-10-25T09:52:48Z</dcterms:created>
  <dcterms:modified xsi:type="dcterms:W3CDTF">2026-10-25T09:52:48Z</dcterms:modified>
</cp:coreProperties>
</file>