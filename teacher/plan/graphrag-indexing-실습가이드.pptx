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1: GraphRAG 인덱싱 실습: 무엇을 만들고 어떻게 진행하나
이 실습은 교재 30쪽 워크플로우의 전체 재색인만 다룸. 증분 색인과 K7은 교재로만 설명함
표본 10청크에는 앞 상담을 가리키는 상담 쌍이 들어 있어 K5 병합을 눈으로 볼 수 있음
세대 ID에 별명을 넣는 이유: 여럿이 한 Neo4j와 OpenSearch를 써도 세대가 섞이지 않게 하려는 것임
상세 문서: https://github.com/unicorn-campus/hybrid-ai/blob/main/teacher/plan/graphrag-indexing-실습가이드.md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2: 사전 준비 5가지와 수업에서 쓰는 명령 2개
사전 준비가 끝났는지는 표본 실행 한 번으로 확인함. 시작 검사가 모자란 것을 「→ 할 일」로 출력함
LLM 추출은 실행마다 노드 수가 조금 다름. 표의 값이 「약」인 이유임
두 번째 실행부터는 K2 추출 결과와 K8 보고서를 재사용해 LLM을 부르지 않고 10초 안에 끝남
상세 문서: https://github.com/unicorn-campus/hybrid-ai/blob/main/hands-on/solutions/graphrag/indexer/README.md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3: 교시 A: 세대, 청크, 추출 단위, 추출(실습 함수 5개)
교시 A의 첫 과제 split_by_heading은 정규식 상수와 「다음 빈 줄 아닌 줄」 보조 함수를 제공함. 교육생은 시작점과 조각 조립만 씀
교시 A가 끝나면 뒤 단계는 강사 코드로 돌아 전체가 한 번 완주됨
머리줄에 문서 프로필(약관 버전 1.2)을 보태는 이유: 없으면 LLM이 파일 이름을 version에 넣음(실측)
상세 문서: https://github.com/unicorn-campus/hybrid-ai/blob/main/hands-on/solutions/graphrag/indexer/core_graph.py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4: 교시 B: 적재, 병합, 설명 임베딩, 커뮤니티(실습 함수 6개)
교재 40쪽의 TermsDocument 16 → 1 예는 이 데이터에 없음(약관 문서 노드가 2개뿐). 상담과 상품 안내로 바꿔 설명함
K8 보고서 LLM 호출과 지문(member_hash)은 main이 맡고, 교육생은 묶기와 행 만들기만 채움
GDS가 없는 PC는 시작 검사가 K8을 건너뛰므로 교시 B의 10, 11번은 그 PC에서 확인하지 못함
상세 문서: https://github.com/unicorn-campus/hybrid-ai/blob/main/hands-on/solutions/graphrag/indexer/core_graph.py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5: 교시 C: 검색엔진 인덱싱, 검증, 게시(실습 함수 5개)
교재 62쪽 별칭 전환은 설명만 함. 예제는 세대마다 인덱스 하나를 두고 활성 세대 파일로 고름
검증은 세 곳의 chunk_id 집합이 같아야 통과. 추출에 실패한 청크도 청크 노드는 있어 검사를 통과하고 기록만 남김
⑤ 게시가 임시 파일 뒤 os.replace인 이유: 쓰다가 멈춰도 반쯤 쓴 파일이 활성 세대로 보이지 않게 하려는 것임
상세 문서: https://github.com/unicorn-campus/hybrid-ai/blob/main/hands-on/solutions/graphrag/indexer/check_graph.py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6: 본인 코드로 바꿔 끼우기: import 한 줄과 USE_TEACHER_CODE 목록
RAG 실습의 교체 방법(import 한 줄)에 「함수 단위로 강사 코드 대체」를 더한 것임. 16개를 한 번에 채우지 않아도 돎
두 번째 실행부터 LLM을 부르지 않으므로 함수 하나를 고칠 때마다 10초 안에 결과를 봄
실패한 세대가 쌓이면 check_graph.py --drop gen-lab-… 으로 지움(활성 세대는 거부)
상세 문서: https://github.com/unicorn-campus/hybrid-ai/blob/main/hands-on/solutions/graphrag/indexer/my_graph.py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teacher/plan/graphrag-indexing-&#49892;&#49845;&#44032;&#51060;&#46300;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graphrag/indexer/README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graphrag/indexer/core_graph.p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graphrag/indexer/core_graph.p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graphrag/indexer/check_graph.p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hands-on/solutions/graphrag/indexer/my_graph.p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GraphRAG 인덱싱 실습: 무엇을 만들고 어떻게 진행하나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RAG 실습의 청크 260개로 그래프(Neo4j)와 검색엔진 인덱스(OpenSearch)를 한 세대로 함께 만들고, 검증을 통과하면 게시함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694944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만드는 것(교재 30쪽 워크플로우)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9321" y="2240280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049" y="23164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95121" y="2240280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세대 ID 발급: gen-lab-{별명}-{해시 8자리}, 사전 검사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9321" y="2923032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049" y="299923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95121" y="2923032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단계: Chroma 청크에 chunk_id를 붙여 파일로 고정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9321" y="3605784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9" y="368198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95121" y="3605784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구축 K1 ~ K6, K8: 조항 나누기 → LLM 추출 → 적재 → 병합 → 설명 임베딩 → 커뮤니티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9321" y="4288536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9" y="436473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95121" y="4288536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검색엔진 S1 ~ S3: 임베딩 → 키워드 분석 → 문서 단위로 쓰기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9321" y="4971288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9" y="50474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95121" y="4971288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검증: 입력 = 검색엔진 = 그래프 청크 노드, 중복 없음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9321" y="5654040"/>
            <a:ext cx="6949440" cy="609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9" y="57302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95121" y="5654040"/>
            <a:ext cx="612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게시: 활성 세대 파일 하나만 교체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7361" y="1737360"/>
            <a:ext cx="644652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흐름(4H)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7361" y="2240280"/>
          <a:ext cx="64465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42900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실습 함수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교재 28 ~ 62쪽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세대, 청크, 추출 단위, 추출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적재, 병합, 임베딩, 커뮤니티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검색엔진, 검증, 게시,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7687361" y="4297680"/>
            <a:ext cx="644652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방식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687361" y="4800600"/>
            <a:ext cx="6446520" cy="1463040"/>
          </a:xfrm>
          <a:prstGeom prst="roundRect">
            <a:avLst>
              <a:gd name="adj" fmla="val 625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 10청크(약관 2, 혜택 4, 상담 4)로 1분 안에 ① ~ ⑤ 완주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16개 함수(직접 6, 빈칸 10)를 my_graph.py에 채워 바꿔 끼움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260청크는 강사 배포본을 재사용해 LLM 없이 만듦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검색엔진이 찾은 청크의 chunk_id와 같은 청크 노드가 그래프에 있어야 검색 결과에서 그래프로 건너감(교재 29쪽)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0" name="Text 27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『신한카드 하이브리드AI_W05 ~ W07』 29 ~ 30쪽, teacher/plan/graphrag-indexing-개발계획서.md 4장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준비 5가지와 수업에서 쓰는 명령 2개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시작 검사가 키, Neo4j(APOC, GDS), OpenSearch, 벡터 인덱스 차원을 한 번에 확인하고 모자란 것을 알려 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47548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준비(수업 전주)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9321" y="224028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6481" y="240487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7" name="Text 5"/>
          <p:cNvSpPr/>
          <p:nvPr/>
        </p:nvSpPr>
        <p:spPr>
          <a:xfrm>
            <a:off x="646481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9401" y="22402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 pull, Python 3.13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1" y="306324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1" y="322783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1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49401" y="30632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실습 결과 rag/indexing/data/chroma 있음(없으면 강사 배포본)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9321" y="388620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81" y="405079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1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49401" y="38862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Docker로 Neo4j와 OpenSearch 기동(backing-services, healthy 확인)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9321" y="470916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481" y="48737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1" y="4873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149401" y="470916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graphrag 폴더에서 가상환경을 만들고 활성화, pip install -r requirements.txt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9321" y="553212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1" y="569671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1" y="5696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149401" y="55321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secrets/.env에 GROQ_API_KEY, COHERE_API_KEY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92801" y="1737360"/>
            <a:ext cx="8641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수업용 명령 2개(활성화 뒤 indexer 폴더에서)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92801" y="2240280"/>
            <a:ext cx="8641080" cy="18288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index_graph.py --run {별명}-s1 --sample</a:t>
            </a:r>
            <a:endParaRPr lang="en-US" sz="15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 10청크로 ① ~ ⑤ 완주. 약 1분, LLM 약 30번</a:t>
            </a:r>
            <a:endParaRPr lang="en-US" sz="15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check_graph.py --qid Q09 --rerank</a:t>
            </a:r>
            <a:endParaRPr lang="en-US" sz="15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하나로 검색엔진 → 청크 → 엔티티 → 커뮤니티 보고서 → 리랭크 → 적중 판정. 프롬프트에 (.venv)가 없으면 먼저 활성화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92801" y="4206240"/>
          <a:ext cx="8641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4434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봐야 할 것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표본 실행 값(강사 PC)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[K1]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청크 → 단위 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 → 18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[K5]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합친 묶음 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4(상담 3, 상품 안내 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검증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검색엔진 n/n, 청크 노드, 커뮤니티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10/10, 10 = 10/10, 13개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명령을 다시 돌리면 ① 사전 검사가 「할 일 없음」으로 끝남. 다시 만들려면 --full-reindex와 새 이름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1" name="Text 28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hands-on/solutions/graphrag/indexer/README.md 3 ~ 5장, 2026-10-24 강사 PC 실측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A: 세대, 청크, 추출 단위, 추출(실습 함수 5개)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개념이 순수 파이썬 논리에 있으면 직접 작성, 라이브러리나 DB 호출 순서에 있으면 빈칸 채우기로 둠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9326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914400"/>
                <a:gridCol w="4937760"/>
                <a:gridCol w="548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함수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채울 것(실습 개념)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9241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issue_generation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세대 ID gen-lab-{이름}-{해시 8자리}, 사전 검사 조건 3개를 and로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41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prepare_chunks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doc_id 규칙(상담은 record_id, 나머지는 파일 이름 해시), chunk_id 규칙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646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split_by_heading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제목 줄 + 다음 줄 ① 조건으로 시작점, 다음 시작점 전까지 한 조각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6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k1_split_units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단위 ID = 문서 ID + # + 조항 번호, 겹친 조항 합치기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646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K2 K3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extract_one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TextChunk(uid=단위 ID)를 추출기에, 결과를 바로 가지치기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36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064801" y="173736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끝에 확인할 출력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64801" y="224028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[K1] 청크 10 → 단위 18(약관 10, 혜택 4, 상담 4), 겹침 0</a:t>
            </a:r>
            <a:endParaRPr lang="en-US" sz="140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[K2] LLM 18번(두 번째부터 0번, 재사용 18)</a:t>
            </a:r>
            <a:endParaRPr lang="en-US" sz="1400" dirty="0"/>
          </a:p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[K3] 실패 단위 0, 단위 하나의 노드와 관계 이름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64801" y="397764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방식을 고른 기준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64801" y="448056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작성: 순수 파이썬 논리(규칙, 비교, 조립)가 개념인 단계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빈칸 채우기: 호출 순서가 개념인 단계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교재에 코드가 있는 자리만 빈칸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실습 데이터는 쪽 단위 청킹이라 두 청크에 걸친 조항이 없음(겹침 0). 합치기 코드는 그대로 두고 README에 이유를 적음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2" name="Text 9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hands-on/solutions/graphrag/indexer/core_graph.py, teacher/plan/graphrag-indexing-개발계획서.md 4장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B: 적재, 병합, 설명 임베딩, 커뮤니티(실습 함수 6개)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그래프를 쓰는 단계는 모두 Cypher나 라이브러리 호출이 개념이라 빈칸 채우기, 설명 글 만들기만 직접 작성임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9326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914400"/>
                <a:gridCol w="4937760"/>
                <a:gridCol w="548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함수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채울 것(실습 개념)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610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build_graph_rows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청크마다 Chunk 노드, 엔티티마다 나온 청크로 FROM_CHUNK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0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k5_merge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세대에서 값이 같은 노드 모으기, apoc.refactor.mergeNodes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10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K6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entity_description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관리용 속성 빼고 이름순 「라벨: k=v, …」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0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K6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k6_embed_descriptions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setNodeVectorProperty로 저장, 벡터 인덱스 생성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70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K8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detect_communities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gds.graph.project(무방향), gds.leiden.stream(씨앗 42, 병렬 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K8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build_community_rows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3개 이상 묶음만, 구성원 번호 → 엔티티 ID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49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064801" y="173736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끝에 확인할 출력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64801" y="224028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[K4] 노드 약 100(청크 노드 10), 관계 약 150</a:t>
            </a:r>
            <a:endParaRPr lang="en-US" sz="14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[K5] 4묶음(상담 3, 상품 안내 1)</a:t>
            </a:r>
            <a:endParaRPr lang="en-US" sz="14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[K6] 임베딩 약 80개, 2048차원</a:t>
            </a:r>
            <a:endParaRPr lang="en-US" sz="14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[K8] 묶음 16개 중 13개 요약, ④ 검증(K8) 통과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64801" y="397764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보는 포인트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64801" y="448056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 수 = 엔티티 수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병합 뒤 상품 안내 노드 1개(청크 4개분 합침)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 글 「Proposal: content=…, decision=수용」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K5 병합은 스키마의 고유 속성(ProductGuide.product_id, Consultation.record_id)만 기준으로 하고 다른 라벨은 합치지 않음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2" name="Text 9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hands-on/solutions/graphrag/indexer/core_graph.py, 교재 37 ~ 49쪽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C: 검색엔진 인덱싱, 검증, 게시(실습 함수 5개)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벡터 재사용, 검증, 게시는 순수 파이썬 논리라 직접 작성이고, 검색엔진 쓰기만 빈칸 채우기임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9326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914400"/>
                <a:gridCol w="4937760"/>
                <a:gridCol w="548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함수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채울 것(실습 개념)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646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embed_with_reuse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해시가 옛 벡터에 없는 글만 임베딩, 원래 순서로 합침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41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build_search_docs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lexicon.tokenize, 엔진 문서 한 건(text_tokens는 공백으로 이음)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53, 58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646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apply_search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빈칸 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delete_by_query(doc_id), bulk(_id = chunk_id), refresh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59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6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verify_chunk_ids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집합 비교 2개 + 목록 그대로 세어 중복 노드 찾기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9241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publish_active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임시 파일에 다 쓴 뒤 os.replace로 바꿔 끼움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30, 62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064801" y="173736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끝에 확인할 출력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64801" y="2240280"/>
            <a:ext cx="4069080" cy="160020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[S1] 두 번째 실행부터 재사용 10, 새로 0</a:t>
            </a:r>
            <a:endParaRPr lang="en-US" sz="15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[S2] 카드명 1개, 별칭 18개</a:t>
            </a:r>
            <a:endParaRPr lang="en-US" sz="15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[S3] 문서 6개, 10건 넣음</a:t>
            </a:r>
            <a:endParaRPr lang="en-US" sz="15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검증 통과 10/10, ⑤ 게시 활성 세대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64801" y="397764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뒤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64801" y="448056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USE_TEACHER_CODE가 비면 본인 코드만으로 돎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check_graph.py --qid Q09 로 본인 세대 확인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 간 코드 리뷰: 직접 작성 6개를 서로 읽음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단위로 지우고 넣어야 고친 문서의 옛 청크가 남지 않음(교재 58쪽). 청크 단위로 덮어쓰면 고아 청크가 검색에 섞임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2" name="Text 9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hands-on/solutions/graphrag/indexer/core_graph.py, 교재 53 ~ 62쪽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코드로 바꿔 끼우기: import 한 줄과 USE_TEACHER_CODE 목록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채운 함수는 강사 코드가 대신 돌므로 한 함수씩 채우며 전체를 끝까지 돌려 볼 수 있음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630936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교체 절차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9321" y="224028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6481" y="240487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7" name="Text 5"/>
          <p:cNvSpPr/>
          <p:nvPr/>
        </p:nvSpPr>
        <p:spPr>
          <a:xfrm>
            <a:off x="646481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9401" y="224028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index_graph.py의 import 한 줄을 import my_graph as core 로 바꿈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1" y="306324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1" y="322783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1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49401" y="306324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my_graph.py 맨 아래 USE_TEACHER_CODE 목록에서 지금 채울 함수 이름을 지움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9321" y="388620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81" y="405079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1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49401" y="388620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함수를 채우고 새 이름으로 실행: --run {별명}-s2 --sample --full-reindex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9321" y="470916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481" y="487375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1" y="4873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149401" y="470916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출력의 수를 강사 코드 실행과 비교함(단위 18, 병합 4, 검증 10/10)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9321" y="5532120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1" y="5696712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1" y="5696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149401" y="553212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이름을 목록에 다시 넣고 다음 함수로 넘어감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7281" y="1737360"/>
            <a:ext cx="708660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기준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47281" y="2240280"/>
            <a:ext cx="7086600" cy="1737360"/>
          </a:xfrm>
          <a:prstGeom prst="roundRect">
            <a:avLst>
              <a:gd name="adj" fmla="val 5263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USE_TEACHER_CODE가 빈 my_graph.py로 표본 실행이 ④ 통과, ⑤ 게시</a:t>
            </a:r>
            <a:endParaRPr lang="en-US" sz="14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[K1] 단위 18개, [K5] 4묶음, ④ 10/10과 커뮤니티 13개가 강사 결과와 같음(노드 수는 ±10 허용)</a:t>
            </a:r>
            <a:endParaRPr lang="en-US" sz="14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check_graph.py --qid Q09가 청크와 엔티티 둘 다 적중</a:t>
            </a:r>
            <a:endParaRPr lang="en-US" sz="14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제출: my_graph.py와 마지막 실행 화면 캡처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7281" y="4114800"/>
            <a:ext cx="708660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막혔을 때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7281" y="4617720"/>
            <a:ext cx="7086600" cy="1645920"/>
          </a:xfrm>
          <a:prstGeom prst="roundRect">
            <a:avLst>
              <a:gd name="adj" fmla="val 5556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NotImplementedError 빈칸 N: 아직 안 채움 또는 raise 줄을 안 지움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세대 …는 지금 활성 세대임: --run 이름을 바꿈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429로 K2가 느림: 기다리거나 --reuse data/teacher</a:t>
            </a:r>
            <a:endParaRPr lang="en-US" sz="15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중단 뒤 재실행: 같은 --run이면 ①이 흔적을 지우고 다시 만듦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9321" y="6355080"/>
            <a:ext cx="64008" cy="36576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2201" y="6355080"/>
            <a:ext cx="10920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 A가 끝나면 뒤 단계는 강사 코드로 돌아 전체가 한 번 완주됨. 앞 교시에서 막혀도 다음 교시 실습이 가능함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2" name="Text 30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hands-on/solutions/graphrag/indexer/my_graph.py, README.md 6장과 9장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GraphRAG 인덱싱 실습 가이드</dc:title>
  <dc:subject>PptxGenJS Presentation</dc:subject>
  <dc:creator>hybrid-ai 교육팀</dc:creator>
  <cp:lastModifiedBy>hybrid-ai 교육팀</cp:lastModifiedBy>
  <cp:revision>1</cp:revision>
  <dcterms:created xsi:type="dcterms:W3CDTF">2026-10-25T23:28:16Z</dcterms:created>
  <dcterms:modified xsi:type="dcterms:W3CDTF">2026-10-25T23:28:16Z</dcterms:modified>
</cp:coreProperties>
</file>