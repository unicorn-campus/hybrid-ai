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평가 워크플로우: 버전 비교 평가 구성안
교재 177쪽 「버전 비교 평가」를 실습 예제의 단계 번호로 다시 그린 그림입니다. 검색기(150쪽 ① ~ ⑥)는 ②에서 통째로 부릅니다
교재 178쪽은 실험 함수 안에서 검색과 채점을 함께 하지만, 실습은 ② 실행을 먼저 끝내고 그 결과 정보로 ③, ④를 채점합니다(188쪽 구조)
남색 상자 5개가 모두 실습 예제에 코드가 있습니다. 이어지는 장표는 단계 순서대로 실제 코드를 봅니다
실행 옵션 --until로 ①, ②, ③까지만 돌릴 수 있고, --selftest는 API 없이 ③과 ⑤의 계산 함수만 점검합니다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평가 워크플로우: ① 버전 만들기 – 실제 코드
교육생 실습 함수 build_versions(직접 작성)의 정답임
한 번에 하나만 바꾸는 규칙은 main의 apply_version이 지킵니다. 버전이 끝날 때마다 검색기 설정을 원래 값으로 되돌립니다
확인: --param top_k --values 3 5 10 --until versions → v01 3, v02 5 ★, v03 10. --values 3 10이면 기준선 없음 오류
코드: hands-on/solutions/ragas/(core_eval.py의 build_versions). 줄 끝 주석은 장표에서 뺌
상세 문서: https://github.com/unicorn-campus/hybrid-ai/blob/main/hands-on/solutions/ragas/core_eval.py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평가 워크플로우: ② 검색기 실행 – 결과 정보 실제 코드
교육생 실습 함수 make_result_row(빈칸 2곳: ❶의 본문 더하기, ❷ ~ ❹의 4칸)의 정답임. clean_for_ragas는 main의 제공 함수임
장표에서는 결과 파일용 칸(answerable, status, 원 질문, 원 답변, chunk_ids, relevance)을 ...로 줄였습니다
확인: --until run --qid Q17 → user_input이 「회원과 상담할 때 …」로 시작하고 response에 [D3-…]이 없음
코드: hands-on/solutions/ragas/(core_eval.py의 make_result_row + evaluate_rag.py의 clean_for_ragas). 줄 끝 주석은 장표에서 뺌
상세 문서: https://github.com/unicorn-campus/hybrid-ai/blob/main/hands-on/solutions/ragas/core_eval.py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평가 워크플로우: ③ 코드 평가 – 적중 청크 판정 실제 코드
교육생 실습 함수 find_hits(직접 작성)의 정답임
장표에서는 결과 파일 표시용 evidence_by_rank(순위마다 담긴 정답 근거 번호)를 ...로 줄였습니다
확인: --selftest에서 적중 순위 [2, 4]. 181쪽 예의 2위 청크에 줄바꿈이 있어도 찾아야 합니다
코드: hands-on/solutions/ragas/(core_eval.py의 find_hits). 줄 끝 주석은 장표에서 뺌
상세 문서: https://github.com/unicorn-campus/hybrid-ai/blob/main/hands-on/solutions/ragas/core_eval.py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평가 워크플로우: ③ 코드 평가 – 하, 빠, 빨 실제 코드
교육생 실습 함수 retrieval_metrics(직접 작성)의 정답임
확인: --selftest에서 181쪽 예 Hit 1, Recall 0.67, MRR 0.50. 4위 청크의 정답 근거 ①을 두 번 세면 Recall이 1.00으로 틀립니다
Hit과 MRR은 첫 적중 청크만 보고, Recall은 정답 근거 전부를 봅니다(180쪽 노트 「짝으로 봄」)
코드: hands-on/solutions/ragas/(core_eval.py의 retrieval_metrics). 줄 끝 주석은 장표에서 뺌
상세 문서: https://github.com/unicorn-campus/hybrid-ai/blob/main/hands-on/solutions/ragas/core_eval.py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평가 워크플로우: ③ 코드 평가 – 앞(nDCG) 실제 코드
교육생 실습 함수 ndcg_at_k(빈칸 2곳: ❷, ❹의 더하기)의 정답임. rank_weight는 제공 함수임
관련 청크 수는 main이 시작할 때 색인 260청크에서 정답 단서를 대조해 문항마다 한 번 셉니다. 어느 청크에도 없는 정답 단서가 있으면 멈춥니다
Q07처럼 관련 청크가 많은 문항(38개)은 k가 커질수록 nDCG가 내려갑니다(README 7.3)
코드: hands-on/solutions/ragas/(core_eval.py의 ndcg_at_k). 줄 끝 주석은 장표에서 뺌
상세 문서: https://github.com/unicorn-campus/hybrid-ai/blob/main/hands-on/solutions/ragas/core_eval.py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평가 워크플로우: ④ LLM 평가 – 평가자와 지표 실제 코드
교육생 실습 함수 build_metrics(빈칸 2곳: ❺, ❻)의 정답임. build_judge는 main의 제공 함수임
평가자가 다르면 점수도 다릅니다. 184 ~ 185쪽 실제 예(Claude Haiku 5.5)와 값을 직접 비교하지 않습니다(README 9장)
ragas 0.4.3 collections 지표는 판정 이유(reason)를 채우지 않습니다(실측). 점수(value)만 씁니다
코드: hands-on/solutions/ragas/(evaluate_rag.py의 build_judge + core_eval.py의 build_metrics). 줄 끝 주석은 장표에서 뺌
상세 문서: https://github.com/unicorn-campus/hybrid-ai/blob/main/hands-on/solutions/ragas/core_eval.py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평가 워크플로우: ④ LLM 평가 – 한 행 채점(위, 정) 실제 코드
교육생 실습 함수 score_row(빈칸 5곳)의 정답 앞부분임(빈칸 1, 2). 뒷부분은 다음 장
ascore_or_nan은 제공 함수로, metric.ascore(**칸)를 기다려 MetricResult.value를 실수로 돌려주고 예외면 사유를 적고 nan을 돌려줍니다
칸 이름을 틀리면 TypeError가 「채점 실패」로 결과 파일에 남습니다
코드: hands-on/solutions/ragas/(core_eval.py의 score_row). 줄 끝 주석은 장표에서 뺌
상세 문서: https://github.com/unicorn-campus/hybrid-ai/blob/main/hands-on/solutions/ragas/core_eval.py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평가 워크플로우: ④ LLM 평가 – 한 행 채점(출, 관, 답) 실제 코드
교육생 실습 함수 score_row(빈칸 5곳)의 정답 뒷부분임(빈칸 3 ~ 5)
5개를 차례로(await) 부르는 이유는 Groq 호출 제한 안에서 동시 호출 수를 예측하기 위함입니다. 행끼리는 동시에 돕니다(다음 장)
실측(README 7.4): 답 FactualCorrectness는 답변 주장 하나에 모범 답안에 없는 낱말(「할부」)이 있으면 0점이 됩니다. 출 Faithfulness와 함께 읽습니다
코드: hands-on/solutions/ragas/(core_eval.py의 score_row). 줄 끝 주석은 장표에서 뺌
상세 문서: https://github.com/unicorn-campus/hybrid-ai/blob/main/hands-on/solutions/ragas/core_eval.py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평가 워크플로우: ④ LLM 평가 – 실험 실행 실제 코드
main의 읽기 구간입니다(실습 함수 아님). 교재 178쪽 코드와 같은 모양이며, 교재 178쪽의 local/csv 저장 대신 메모리에만 둡니다
버전 전체를 이벤트 루프 하나(asyncio.run 한 번)에서 돌립니다. 버전마다 루프를 새로 만들면 같은 API 클라이언트가 닫힌 루프를 쓰다 오류가 납니다
--repeat 3이면 기준선만 3번 돌려 지표별 흔들림 폭(회차 평균의 최대 - 최소)을 잽니다(교재 177쪽)
코드: hands-on/solutions/ragas/(evaluate_rag.py의 run_llm_evaluation). 줄 끝 주석은 장표에서 뺌
상세 문서: https://github.com/unicorn-campus/hybrid-ai/blob/main/hands-on/solutions/ragas/evaluate_rag.py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평가 워크플로우: ⑤ 버전 비교 – 버전별 평균 실제 코드
교육생 실습 함수 summarize_versions(직접 작성)의 정답 앞부분임. 뒷부분(기준선 대비 변화)은 다음 장
답 있는 8문항 중 6문항이 정답 근거 1개라 한 문항이 바뀌면 Recall 평균이 0.125 움직입니다. 통계적 유의성은 주장하지 않습니다(README 5.2)
코드: hands-on/solutions/ragas/(core_eval.py의 summarize_versions). 줄 끝 주석은 장표에서 뺌
상세 문서: https://github.com/unicorn-campus/hybrid-ai/blob/main/hands-on/solutions/ragas/core_eval.py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평가 워크플로우: ⑤ 버전 비교 – 기준선 대비 변화 실제 코드
교육생 실습 함수 summarize_versions(직접 작성)의 정답 뒷부분임
흔들림 폭은 상수 0.03(교재 177쪽 예시값)에서 출발하고, --repeat 3이면 기준선 반복 채점 실측값으로 바꿉니다. 실측에서는 평가자가 temperature 0.01이라 대부분 0.000이었고 Faithfulness만 한 번 0.125였습니다
1회차 실측에서 코드 지표 ▲ +0.125는 기준선 Q17이 되묻기로 끝난 검색기 흔들림이었습니다(README 7.3). 평균만 보지 말고 문항별 표를 함께 봅니다
코드: hands-on/solutions/ragas/(core_eval.py의 summarize_versions). 줄 끝 주석은 장표에서 뺌
상세 문서: https://github.com/unicorn-campus/hybrid-ai/blob/main/hands-on/solutions/ragas/core_eval.py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평가 워크플로우: ⑤ 원인 찾기 – 실제 코드
교육생 실습 함수 diagnose(빈칸 3곳: ❷, ❸, ❹의 갈림)의 정답임
장표에서는 nDCG ↓, Faithfulness ↓(답변 프롬프트), Answer Relevancy ↓(질문 변환, 답변 프롬프트), 떨어진 지표 없음 문장을 ...로 줄였습니다
실측(README 7장)에서 1회차는 기준선 Q17이 되묻기로 끝나 코드 지표가 ▲ +0.125로 보였는데, 이는 검색기 흔들림이지 top_k 효과가 아니었습니다. 원인 후보를 읽기 전에 문항별 표를 먼저 봐야 하는 이유입니다
코드: hands-on/solutions/ragas/(core_eval.py의 diagnose). 줄 끝 주석은 장표에서 뺌
상세 문서: https://github.com/unicorn-campus/hybrid-ai/blob/main/hands-on/solutions/ragas/core_eval.py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_단쪽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868680"/>
            <a:ext cx="13613587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45770" y="7787945"/>
            <a:ext cx="15316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워크플로우: 버전 비교 평가 구성안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하이퍼 파라미터 하나를 바꾼 버전마다 같은 평가셋으로 검색기를 돌리고, 코드 4지표와 LLM 5지표를 같은 잣대로 채점해 기준선과 비교함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9321" y="1783080"/>
            <a:ext cx="1600200" cy="1143000"/>
          </a:xfrm>
          <a:prstGeom prst="roundRect">
            <a:avLst>
              <a:gd name="adj" fmla="val 8000"/>
            </a:avLst>
          </a:prstGeom>
          <a:solidFill>
            <a:srgbClr val="404155"/>
          </a:solidFill>
          <a:ln/>
        </p:spPr>
        <p:txBody>
          <a:bodyPr wrap="square" lIns="101600" tIns="63500" rIns="101600" bIns="6350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평가셋 + 값 범위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10문항, top_k 3 5 10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155241" y="2226564"/>
            <a:ext cx="237744" cy="256032"/>
          </a:xfrm>
          <a:prstGeom prst="rightArrow">
            <a:avLst/>
          </a:prstGeom>
          <a:solidFill>
            <a:srgbClr val="2E74C6"/>
          </a:solidFill>
          <a:ln/>
        </p:spPr>
      </p:sp>
      <p:sp>
        <p:nvSpPr>
          <p:cNvPr id="6" name="Text 4"/>
          <p:cNvSpPr/>
          <p:nvPr/>
        </p:nvSpPr>
        <p:spPr>
          <a:xfrm>
            <a:off x="2438705" y="1783080"/>
            <a:ext cx="1744675" cy="1143000"/>
          </a:xfrm>
          <a:prstGeom prst="roundRect">
            <a:avLst>
              <a:gd name="adj" fmla="val 8000"/>
            </a:avLst>
          </a:prstGeom>
          <a:solidFill>
            <a:srgbClr val="1E2A5C"/>
          </a:solidFill>
          <a:ln/>
        </p:spPr>
        <p:txBody>
          <a:bodyPr wrap="square" lIns="101600" tIns="63500" rIns="101600" bIns="6350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버전 만들기</a:t>
            </a:r>
            <a:endParaRPr lang="en-US" sz="17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값 하나당 버전 1개, 기준선 ★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229100" y="2226564"/>
            <a:ext cx="237744" cy="256032"/>
          </a:xfrm>
          <a:prstGeom prst="rightArrow">
            <a:avLst/>
          </a:prstGeom>
          <a:solidFill>
            <a:srgbClr val="2E74C6"/>
          </a:solidFill>
          <a:ln/>
        </p:spPr>
      </p:sp>
      <p:sp>
        <p:nvSpPr>
          <p:cNvPr id="8" name="Text 6"/>
          <p:cNvSpPr/>
          <p:nvPr/>
        </p:nvSpPr>
        <p:spPr>
          <a:xfrm>
            <a:off x="4512564" y="1783080"/>
            <a:ext cx="1744675" cy="1143000"/>
          </a:xfrm>
          <a:prstGeom prst="roundRect">
            <a:avLst>
              <a:gd name="adj" fmla="val 8000"/>
            </a:avLst>
          </a:prstGeom>
          <a:solidFill>
            <a:srgbClr val="1E2A5C"/>
          </a:solidFill>
          <a:ln/>
        </p:spPr>
        <p:txBody>
          <a:bodyPr wrap="square" lIns="101600" tIns="63500" rIns="101600" bIns="6350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검색기 실행</a:t>
            </a:r>
            <a:endParaRPr lang="en-US" sz="17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버전 × 문항, 결과 정보 4칸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302959" y="2226564"/>
            <a:ext cx="237744" cy="256032"/>
          </a:xfrm>
          <a:prstGeom prst="rightArrow">
            <a:avLst/>
          </a:prstGeom>
          <a:solidFill>
            <a:srgbClr val="2E74C6"/>
          </a:solidFill>
          <a:ln/>
        </p:spPr>
      </p:sp>
      <p:sp>
        <p:nvSpPr>
          <p:cNvPr id="10" name="Text 8"/>
          <p:cNvSpPr/>
          <p:nvPr/>
        </p:nvSpPr>
        <p:spPr>
          <a:xfrm>
            <a:off x="6586423" y="1783080"/>
            <a:ext cx="1744675" cy="1143000"/>
          </a:xfrm>
          <a:prstGeom prst="roundRect">
            <a:avLst>
              <a:gd name="adj" fmla="val 8000"/>
            </a:avLst>
          </a:prstGeom>
          <a:solidFill>
            <a:srgbClr val="1E2A5C"/>
          </a:solidFill>
          <a:ln/>
        </p:spPr>
        <p:txBody>
          <a:bodyPr wrap="square" lIns="101600" tIns="63500" rIns="101600" bIns="6350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코드 평가</a:t>
            </a:r>
            <a:endParaRPr lang="en-US" sz="17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정답 단서 글자 대조, 4지표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376818" y="2226564"/>
            <a:ext cx="237744" cy="256032"/>
          </a:xfrm>
          <a:prstGeom prst="rightArrow">
            <a:avLst/>
          </a:prstGeom>
          <a:solidFill>
            <a:srgbClr val="2E74C6"/>
          </a:solidFill>
          <a:ln/>
        </p:spPr>
      </p:sp>
      <p:sp>
        <p:nvSpPr>
          <p:cNvPr id="12" name="Text 10"/>
          <p:cNvSpPr/>
          <p:nvPr/>
        </p:nvSpPr>
        <p:spPr>
          <a:xfrm>
            <a:off x="8660282" y="1783080"/>
            <a:ext cx="1744675" cy="1143000"/>
          </a:xfrm>
          <a:prstGeom prst="roundRect">
            <a:avLst>
              <a:gd name="adj" fmla="val 8000"/>
            </a:avLst>
          </a:prstGeom>
          <a:solidFill>
            <a:srgbClr val="1E2A5C"/>
          </a:solidFill>
          <a:ln/>
        </p:spPr>
        <p:txBody>
          <a:bodyPr wrap="square" lIns="101600" tIns="63500" rIns="101600" bIns="6350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LLM 평가</a:t>
            </a:r>
            <a:endParaRPr lang="en-US" sz="17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평가자 LLM이 5지표(ragas)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0450678" y="2226564"/>
            <a:ext cx="237744" cy="256032"/>
          </a:xfrm>
          <a:prstGeom prst="rightArrow">
            <a:avLst/>
          </a:prstGeom>
          <a:solidFill>
            <a:srgbClr val="2E74C6"/>
          </a:solidFill>
          <a:ln/>
        </p:spPr>
      </p:sp>
      <p:sp>
        <p:nvSpPr>
          <p:cNvPr id="14" name="Text 12"/>
          <p:cNvSpPr/>
          <p:nvPr/>
        </p:nvSpPr>
        <p:spPr>
          <a:xfrm>
            <a:off x="10734142" y="1783080"/>
            <a:ext cx="1744675" cy="1143000"/>
          </a:xfrm>
          <a:prstGeom prst="roundRect">
            <a:avLst>
              <a:gd name="adj" fmla="val 8000"/>
            </a:avLst>
          </a:prstGeom>
          <a:solidFill>
            <a:srgbClr val="1E2A5C"/>
          </a:solidFill>
          <a:ln/>
        </p:spPr>
        <p:txBody>
          <a:bodyPr wrap="square" lIns="101600" tIns="63500" rIns="101600" bIns="6350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버전 비교</a:t>
            </a:r>
            <a:endParaRPr lang="en-US" sz="17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평균, 기준선 대비 ▲ ▼, 원인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2524537" y="2226564"/>
            <a:ext cx="237744" cy="256032"/>
          </a:xfrm>
          <a:prstGeom prst="rightArrow">
            <a:avLst/>
          </a:prstGeom>
          <a:solidFill>
            <a:srgbClr val="2E74C6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8001" y="1783080"/>
            <a:ext cx="1325880" cy="1143000"/>
          </a:xfrm>
          <a:prstGeom prst="roundRect">
            <a:avLst>
              <a:gd name="adj" fmla="val 8000"/>
            </a:avLst>
          </a:prstGeom>
          <a:solidFill>
            <a:srgbClr val="404155"/>
          </a:solidFill>
          <a:ln/>
        </p:spPr>
        <p:txBody>
          <a:bodyPr wrap="square" lIns="101600" tIns="63500" rIns="101600" bIns="6350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파일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버전마다 1개(.md)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247742" y="2980944"/>
            <a:ext cx="274320" cy="347472"/>
          </a:xfrm>
          <a:prstGeom prst="downArrow">
            <a:avLst/>
          </a:prstGeom>
          <a:solidFill>
            <a:srgbClr val="2E74C6"/>
          </a:solidFill>
          <a:ln/>
        </p:spPr>
      </p:sp>
      <p:sp>
        <p:nvSpPr>
          <p:cNvPr id="18" name="Text 16"/>
          <p:cNvSpPr/>
          <p:nvPr/>
        </p:nvSpPr>
        <p:spPr>
          <a:xfrm>
            <a:off x="2438705" y="3337560"/>
            <a:ext cx="3955694" cy="868680"/>
          </a:xfrm>
          <a:prstGeom prst="roundRect">
            <a:avLst>
              <a:gd name="adj" fmla="val 8421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127000" tIns="50800" rIns="101600" bIns="50800" rtlCol="0" anchor="ctr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0개(근거 부족, 되묻기)면 ③ 0점, ④ 채점 안 함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 없는 문항(Q20, Q21)은 「확인 필요」로 끝났는지만 봄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395460" y="2980944"/>
            <a:ext cx="274320" cy="347472"/>
          </a:xfrm>
          <a:prstGeom prst="downArrow">
            <a:avLst/>
          </a:prstGeom>
          <a:solidFill>
            <a:srgbClr val="2E74C6"/>
          </a:solidFill>
          <a:ln/>
        </p:spPr>
      </p:sp>
      <p:sp>
        <p:nvSpPr>
          <p:cNvPr id="20" name="Text 18"/>
          <p:cNvSpPr/>
          <p:nvPr/>
        </p:nvSpPr>
        <p:spPr>
          <a:xfrm>
            <a:off x="6632143" y="3337560"/>
            <a:ext cx="3909974" cy="868680"/>
          </a:xfrm>
          <a:prstGeom prst="roundRect">
            <a:avLst>
              <a:gd name="adj" fmla="val 8421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127000" tIns="50800" rIns="101600" bIns="50800" rtlCol="0" anchor="ctr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지표마다 읽는 칸이 다름(질문, 모범 답안, 검색 결과, 답변)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채점 실패는 nan으로 두고 평균에서 뺌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1469319" y="2980944"/>
            <a:ext cx="274320" cy="347472"/>
          </a:xfrm>
          <a:prstGeom prst="downArrow">
            <a:avLst/>
          </a:prstGeom>
          <a:solidFill>
            <a:srgbClr val="2E74C6"/>
          </a:solidFill>
          <a:ln/>
        </p:spPr>
      </p:sp>
      <p:sp>
        <p:nvSpPr>
          <p:cNvPr id="22" name="Text 20"/>
          <p:cNvSpPr/>
          <p:nvPr/>
        </p:nvSpPr>
        <p:spPr>
          <a:xfrm>
            <a:off x="10596982" y="3337560"/>
            <a:ext cx="3536899" cy="868680"/>
          </a:xfrm>
          <a:prstGeom prst="roundRect">
            <a:avLst>
              <a:gd name="adj" fmla="val 8421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127000" tIns="50800" rIns="101600" bIns="50800" rtlCol="0" anchor="ctr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흔들림 폭보다 큰 차이만 ▲, ▼(교재 177쪽)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떨어진 지표 조합으로 고칠 곳 후보(교재 187쪽)</a:t>
            </a:r>
            <a:endParaRPr lang="en-US" sz="1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4434840"/>
          <a:ext cx="136245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309360"/>
                <a:gridCol w="2103120"/>
                <a:gridCol w="38404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하는 일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판단 방식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코드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① 버전 만들기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값 목록으로 v01, v02, …를 만들고 나머지 설정은 기준선 값으로 고정함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코드 규칙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build_versions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② 검색기 실행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문항마다 run_workflow를 불러 질문, 모범 답안, 검색 결과, 답변을 한 행에 모음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검색기(LLM 포함)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make_result_row, clean_for_ragas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③ 코드 평가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적중 청크를 판정하고 하(Hit), 빠(Recall), 빨(MRR), 앞(nDCG)을 계산함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코드 계산(LLM 없음)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find_hits, retrieval_metrics, ndcg_at_k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④ LLM 평가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위, 정, 출, 관, 답 5지표를 평가자 LLM이 문항마다 판정함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평가자 LLM + 임베딩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build_metrics, score_row, @experiment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⑤ 버전 비교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버전별 매크로 평균, 기준선 대비 변화, 원인 후보를 내고 결과 파일을 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코드 규칙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summarize_versions, diagnose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09321" y="7443216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hands-on/solutions/ragas/evaluate_rag.py, core_eval.py, teacher/plan/ragas-개발계획서.md 4장, 교재 177, 188쪽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워크플로우: ① 버전 만들기 – 실제 코드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하이퍼 파라미터 하나의 값 목록을 버전 목록으로 바꿈. 기준선이 값 목록에 없으면 비교할 잣대가 없으므로 멈춤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9144000" cy="5669280"/>
          </a:xfrm>
          <a:prstGeom prst="roundRect">
            <a:avLst>
              <a:gd name="adj" fmla="val 129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6481" y="1810512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코드 (core_eval.py의 build_versions)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481" y="2157984"/>
          <a:ext cx="886968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8458200"/>
              </a:tblGrid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def build_versions(param: str, values: list, baseline, supported: dict) -&gt; list[dict]: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❶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if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param not in supported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raise ValueError(f"지원하지 않는 하이퍼 파라미터: {param} → 지원 목록: {list(supported.keys())}")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❷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if baseline is None: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baseline = supported[param]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❸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if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baseline not in values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raise ValueError(f"기준선 값 {baseline} 이(가) 값 목록 {values} 에 없음 → --values에 기준선 값을 넣을 것")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versions = []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...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for value in values: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...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number = len(versions) + 1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version = {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❹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"name": f"v{number:02d}",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"param": param,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"value": value,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❺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"is_baseline":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value == baseline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,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}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versions.append(version)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return versions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881921" y="1737360"/>
            <a:ext cx="425196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❶ 지원 목록 검사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재색인이 필요한 값(청크 크기, 임베딩 모델)은 지원 목록에 없으므로 여기서 멈춤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881921" y="2889504"/>
            <a:ext cx="425196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❷ 기준선 기본값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--baseline을 안 주면 검색기의 현재 값(top_k 5)이 기준선임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881921" y="4041648"/>
            <a:ext cx="425196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❸ 기준선도 돌려야 함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실행에서 기준선을 함께 채점해야 같은 잣대로 비교할 수 있음(교재 177쪽)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881921" y="5193792"/>
            <a:ext cx="425196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❹ 버전 이름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v01, v02, …. 결과 파일 이름의 vNN이 됨. 같은 값은 한 번만 버전으로 만듦(...)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881921" y="6345936"/>
            <a:ext cx="425196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❺ 기준선 표시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비교표에서 ★로 보이고, 흔들림 폭 반복 채점(--repeat)도 이 버전만 함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워크플로우: ② 검색기 실행 – 결과 정보 실제 코드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문항 1건 = 결과 정보 4칸(교재 188쪽). 질문과 모범 답안은 평가셋이, 검색 결과와 답변은 검색기가 채움. ragas에 넘기기 전에 회원번호와 인용 표시를 지움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9144000" cy="5669280"/>
          </a:xfrm>
          <a:prstGeom prst="roundRect">
            <a:avLst>
              <a:gd name="adj" fmla="val 129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6481" y="1810512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코드 (core_eval.py의 make_result_row + evaluate_rag.py의 clean_for_ragas)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481" y="2157984"/>
          <a:ext cx="886968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8458200"/>
              </a:tblGrid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def make_result_row(item: dict, result: dict, question_for_ragas: str, answer_for_ragas: str) -&gt; dict: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retrieved_contexts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= []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...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❶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for hit in result["evidence"]: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retrieved_contexts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.append(hit["text"])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...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row = {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"id": item["id"],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...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}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❷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row["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user_input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"] = question_for_ragas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❸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row["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reference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"] = item["ground_truth"]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row["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retrieved_contexts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"] =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retrieved_contexts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❹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row["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response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"] = answer_for_ragas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return row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def clean_for_ragas(question: str, answer: str) -&gt; tuple[str, str]: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❺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question_clean = " ".join(retriever.MEMBER_ID_PATTERN.sub(" ", question).split())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answer_clean = CITATION_PATTERN.sub("", answer).strip()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return question_clean, answer_clean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881921" y="1737360"/>
            <a:ext cx="4251960" cy="1259027"/>
          </a:xfrm>
          <a:prstGeom prst="roundRect">
            <a:avLst>
              <a:gd name="adj" fmla="val 5810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❶ 검색 결과</a:t>
            </a: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검색기가 ⑤ 답변 생성에 넘긴 근거(리랭크 순서)의 본문만 모음. 근거 0개로 끝난 문항은 빈 목록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881921" y="3087827"/>
            <a:ext cx="4251960" cy="1011123"/>
          </a:xfrm>
          <a:prstGeom prst="roundRect">
            <a:avLst>
              <a:gd name="adj" fmla="val 7235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❷ 질문</a:t>
            </a: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회원번호를 지운 질문. 검색기가 답변 생성에 넘긴 것과 같은 문장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881921" y="4190390"/>
            <a:ext cx="4251960" cy="763219"/>
          </a:xfrm>
          <a:prstGeom prst="roundRect">
            <a:avLst>
              <a:gd name="adj" fmla="val 9585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❸ 모범 답안</a:t>
            </a: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평가셋 ground_truth. 위, 정, 답 지표가 읽음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881921" y="5045050"/>
            <a:ext cx="4251960" cy="763219"/>
          </a:xfrm>
          <a:prstGeom prst="roundRect">
            <a:avLst>
              <a:gd name="adj" fmla="val 9585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❹ 답변</a:t>
            </a: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인용 표시를 뺀 글. 출, 관, 답 지표가 읽음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881921" y="5899709"/>
            <a:ext cx="4251960" cy="1506931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❺ 정리 이유</a:t>
            </a: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평가자는 답변을 주장으로 쪼갤 때 「M-3001」과 「[D3-0019]」까지 주장에 넣는데 색인 본문에 없어 Faithfulness가 0이 됨(실측). 모든 버전에 같게 적용함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워크플로우: ③ 코드 평가 – 적중 청크 판정 실제 코드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검색 결과 청크마다 정답 단서가 글자 그대로 있는지 봄. 적중 청크 순위와 찾은 정답 근거를 돌려주고, 같은 정답 근거는 한 번만 셈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9144000" cy="5669280"/>
          </a:xfrm>
          <a:prstGeom prst="roundRect">
            <a:avLst>
              <a:gd name="adj" fmla="val 129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6481" y="1810512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코드 (core_eval.py의 find_hits)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481" y="2157984"/>
          <a:ext cx="886968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8458200"/>
              </a:tblGrid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def find_hits(chunk_texts: list[str], relevance: list[dict]) -&gt; dict: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hit_ranks = []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found_evidence = set()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...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❶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for rank, chunk_text in enumerate(chunk_texts, start=1):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body = compact_text(chunk_text)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numbers_in_chunk = []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❷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for number, evidence in enumerate(relevance, start=1):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for clue in evidence["clues"]: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❸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    if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compact_text(clue) in body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        numbers_in_chunk.append(number)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❹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       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found_evidence.add(number)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        break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...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if len(numbers_in_chunk) &gt; 0: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❺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hit_ranks.append(rank)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return {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"hit_ranks": hit_ranks,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"found_evidence": found_evidence,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...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}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881921" y="1737360"/>
            <a:ext cx="4251960" cy="1209446"/>
          </a:xfrm>
          <a:prstGeom prst="roundRect">
            <a:avLst>
              <a:gd name="adj" fmla="val 6048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❶ 순위마다</a:t>
            </a: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상위 k개 청크를 1위부터 봄. compact_text로 띄어쓰기와 줄바꿈을 지운 본문과 비교함(PDF 줄바꿈 차이)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881921" y="3038246"/>
            <a:ext cx="4251960" cy="961542"/>
          </a:xfrm>
          <a:prstGeom prst="roundRect">
            <a:avLst>
              <a:gd name="adj" fmla="val 7608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❷ 정답 근거마다</a:t>
            </a: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정답 근거 번호(①이 1). 정답 근거 하나에 정답 단서(clues)가 여러 개일 수 있음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881921" y="4091229"/>
            <a:ext cx="4251960" cy="961542"/>
          </a:xfrm>
          <a:prstGeom prst="roundRect">
            <a:avLst>
              <a:gd name="adj" fmla="val 7608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❸ 글자 대조</a:t>
            </a: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단서도 공백을 지우고 본문에 그대로 있는지 봄. LLM 없이 같은 입력이면 같은 결과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881921" y="5144211"/>
            <a:ext cx="4251960" cy="1209446"/>
          </a:xfrm>
          <a:prstGeom prst="roundRect">
            <a:avLst>
              <a:gd name="adj" fmla="val 6048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❹ 한 번만 셈</a:t>
            </a: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집합(set)이라 같은 정답 근거가 2위와 4위에 모두 있어도 하나로 셈(교재 181쪽 4위의 ①). break로 같은 근거의 다른 단서는 보지 않음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881921" y="6445098"/>
            <a:ext cx="4251960" cy="961542"/>
          </a:xfrm>
          <a:prstGeom prst="roundRect">
            <a:avLst>
              <a:gd name="adj" fmla="val 7608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❺ 적중 청크</a:t>
            </a: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정답 근거를 하나라도 담은 청크의 순위 목록. 4지표가 모두 이 목록을 씀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워크플로우: ③ 코드 평가 – 하, 빠, 빨 실제 코드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같은 적중 판정을 세 가지 질문으로 읽음. 하(Hit)는 답할 재료를 하나라도 건졌나, 빠(Recall)는 정답 근거를 빠짐없이 찾았나, 빨(MRR)은 첫 적중이 몇 위인가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9144000" cy="5669280"/>
          </a:xfrm>
          <a:prstGeom prst="roundRect">
            <a:avLst>
              <a:gd name="adj" fmla="val 129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6481" y="1810512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코드 (core_eval.py의 retrieval_metrics)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481" y="2157984"/>
          <a:ext cx="886968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8458200"/>
              </a:tblGrid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def retrieval_metrics(hits: dict, k: int) -&gt; dict: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❶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if hits["evidence_count"] == 0: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return {"hit": None, "recall": None, "mrr": None}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ranks_in_k = []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for rank in hits["hit_ranks"]: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❷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if rank &lt;= k: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ranks_in_k.append(rank)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if len(ranks_in_k) &gt; 0: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❸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hit = 1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else: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hit = 0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❹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recall =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len(hits["found_evidence"]) / hits["evidence_count"]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if len(ranks_in_k) &gt; 0: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first_rank = ranks_in_k[0]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❺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mrr =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 / first_rank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else: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mrr = 0.0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return {"hit": hit, "recall": recall, "mrr": mrr}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881921" y="1737360"/>
            <a:ext cx="4251960" cy="1011123"/>
          </a:xfrm>
          <a:prstGeom prst="roundRect">
            <a:avLst>
              <a:gd name="adj" fmla="val 7235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❶ 답 없는 문항</a:t>
            </a: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정답 근거 0개면 Recall 분모가 0이라 계산하지 않고 None(교재 181쪽). 평균에서 뺌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881921" y="2839923"/>
            <a:ext cx="4251960" cy="1011123"/>
          </a:xfrm>
          <a:prstGeom prst="roundRect">
            <a:avLst>
              <a:gd name="adj" fmla="val 7235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❷ 상위 k개만</a:t>
            </a: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적중 순위 중 k 이하만 남김. k 밖의 적중은 이 지표에 들어가지 않음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881921" y="3942486"/>
            <a:ext cx="4251960" cy="1011123"/>
          </a:xfrm>
          <a:prstGeom prst="roundRect">
            <a:avLst>
              <a:gd name="adj" fmla="val 7235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❸ 하 Hit@k</a:t>
            </a: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상위 k개 안 적중 청크가 하나라도 있으면 1. 몇 개인지, 몇 위인지는 안 봄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881921" y="5045050"/>
            <a:ext cx="4251960" cy="1011123"/>
          </a:xfrm>
          <a:prstGeom prst="roundRect">
            <a:avLst>
              <a:gd name="adj" fmla="val 7235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❹ 빠 Recall@k</a:t>
            </a: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찾은 정답 근거 수 ÷ 전체 정답 근거 수. 세는 단위는 청크가 아니라 정답 근거(교재 180쪽)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881921" y="6147613"/>
            <a:ext cx="4251960" cy="1259027"/>
          </a:xfrm>
          <a:prstGeom prst="roundRect">
            <a:avLst>
              <a:gd name="adj" fmla="val 5810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❺ 빨 MRR</a:t>
            </a: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적중 청크 순위의 역수. 2위면 0.50. 적중이 없으면 0. 여러 문항의 평균이 MRR(교재 181쪽)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워크플로우: ③ 코드 평가 – 앞(nDCG) 실제 코드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앞(nDCG@k) = DCG ÷ IDCG. 적중 청크가 위에 있을수록 점수가 크고, 이상적인 순서(관련 청크를 1위부터 채움)와 견줘 0 ~ 1로 맞춤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9144000" cy="5669280"/>
          </a:xfrm>
          <a:prstGeom prst="roundRect">
            <a:avLst>
              <a:gd name="adj" fmla="val 129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6481" y="1810512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코드 (core_eval.py의 ndcg_at_k)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481" y="2157984"/>
          <a:ext cx="886968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8458200"/>
              </a:tblGrid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def ndcg_at_k(hit_ranks: list[int], relevant_chunk_count: int, k: int) -&gt; float | None: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❶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if relevant_chunk_count == 0: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return None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dcg = 0.0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for rank in hit_ranks: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if rank &lt;= k: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❷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dcg = dcg +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rank_weight(rank)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❸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ideal_count =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min(relevant_chunk_count, k)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idcg = 0.0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for rank in range(1, ideal_count + 1):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❹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idcg = idcg +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rank_weight(rank)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❺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return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dcg / idcg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881921" y="1737360"/>
            <a:ext cx="4251960" cy="967740"/>
          </a:xfrm>
          <a:prstGeom prst="roundRect">
            <a:avLst>
              <a:gd name="adj" fmla="val 7559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❶ 관련 청크 0개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IDCG가 0이 되어 나눌 수 없음(답 없는 문항) → None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881921" y="2796540"/>
            <a:ext cx="4251960" cy="1200150"/>
          </a:xfrm>
          <a:prstGeom prst="roundRect">
            <a:avLst>
              <a:gd name="adj" fmla="val 6095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❷ DCG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상위 k개 안 적중 칸의 순위 가중치 1 ÷ log₂(순위 + 1)을 더함. 1위 1.00, 2위 0.63, 3위 0.50, 4위 0.43, 5위 0.39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881921" y="4088130"/>
            <a:ext cx="4251960" cy="967740"/>
          </a:xfrm>
          <a:prstGeom prst="roundRect">
            <a:avLst>
              <a:gd name="adj" fmla="val 7559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❸ 이상적인 칸 수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관련 청크(색인 전체에서 정답 단서를 담은 청크)가 1위부터 몇 칸을 채우나. k칸이 최대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881921" y="5147310"/>
            <a:ext cx="4251960" cy="1200150"/>
          </a:xfrm>
          <a:prstGeom prst="roundRect">
            <a:avLst>
              <a:gd name="adj" fmla="val 6095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❹ IDCG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1위부터 ideal_count위까지의 가중치 합. 관련 청크 수 기준이라 nDCG가 1을 넘지 않음(181쪽 노트의 걱정이 사라짐)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881921" y="6438900"/>
            <a:ext cx="4251960" cy="967740"/>
          </a:xfrm>
          <a:prstGeom prst="roundRect">
            <a:avLst>
              <a:gd name="adj" fmla="val 7559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❺ nDCG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181쪽 예: (0.63 + 0.43) ÷ (1.00 + 0.63 + 0.50 + 0.43) = 0.41. Q17 기준선 0.97(185쪽)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워크플로우: ④ LLM 평가 – 평가자와 지표 실제 코드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평가자 LLM(Groq Qwen)과 임베딩(Cohere)을 OpenAI 호환 주소로 만들고, ragas 0.4.3 collections 지표 5개를 만듦. 모범 답안이 있으므로 Precision은 WithReference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9144000" cy="5669280"/>
          </a:xfrm>
          <a:prstGeom prst="roundRect">
            <a:avLst>
              <a:gd name="adj" fmla="val 129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6481" y="1810512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코드 (evaluate_rag.py의 build_judge + core_eval.py의 build_metrics)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481" y="2157984"/>
          <a:ext cx="886968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8458200"/>
              </a:tblGrid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def build_judge(secrets: dict):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❶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judge_client = AsyncOpenAI(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api_key=secrets["GROQ_API_KEY"],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base_url=GROQ_BASE_URL,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...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❷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llm =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llm_factory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(JUDGE_MODEL, client=judge_client, max_tokens=JUDGE_MAX_TOKENS)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embedding_client = AsyncOpenAI(api_key=secrets["COHERE_API_KEY"], base_url=COHERE_COMPAT_URL)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❸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embeddings = OpenAIEmbeddings(client=embedding_client, model=EMBEDDING_MODEL)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return llm, embeddings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def build_metrics(llm, embeddings) -&gt; dict: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metrics = {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❹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"context_recall": ContextRecall(llm=llm),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"faithfulness": Faithfulness(llm=llm),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"factual_correctness": FactualCorrectness(llm=llm),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}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❺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metrics["context_precision"] =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ContextPrecisionWithReference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(llm=llm)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❻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metrics["answer_relevancy"] = AnswerRelevancy(llm=llm,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embeddings=embeddings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return metrics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881921" y="1737360"/>
            <a:ext cx="4251960" cy="904833"/>
          </a:xfrm>
          <a:prstGeom prst="roundRect">
            <a:avLst>
              <a:gd name="adj" fmla="val 8085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❶ 평가자 클라이언트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Groq의 OpenAI 호환 주소를 openai 패키지로 부름. 답변 LLM과 다른 모델(Qwen)이라 자기 채점이 아님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881921" y="2733633"/>
            <a:ext cx="4251960" cy="904833"/>
          </a:xfrm>
          <a:prstGeom prst="roundRect">
            <a:avLst>
              <a:gd name="adj" fmla="val 8085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❷ ragas 0.4 방식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LangChain 래퍼는 0.4에서 deprecated라 llm_factory에 클라이언트를 직접 넘김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881921" y="3729905"/>
            <a:ext cx="4251960" cy="904833"/>
          </a:xfrm>
          <a:prstGeom prst="roundRect">
            <a:avLst>
              <a:gd name="adj" fmla="val 8085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❸ 임베딩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인덱서와 같은 Cohere 모델을 OpenAI 호환 주소로. AnswerRelevancy만 씀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881921" y="4726178"/>
            <a:ext cx="4251960" cy="687917"/>
          </a:xfrm>
          <a:prstGeom prst="roundRect">
            <a:avLst>
              <a:gd name="adj" fmla="val 10634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❹ 정, 출, 답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평가자 LLM만 있으면 되는 지표 3개. 답은 기본 F1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881921" y="5505535"/>
            <a:ext cx="4251960" cy="904833"/>
          </a:xfrm>
          <a:prstGeom prst="roundRect">
            <a:avLst>
              <a:gd name="adj" fmla="val 8085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❺ 위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모범 답안이 있으므로 WithReference. 없으면 WithoutReference(답변 기준)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881921" y="6501807"/>
            <a:ext cx="4251960" cy="904833"/>
          </a:xfrm>
          <a:prstGeom prst="roundRect">
            <a:avLst>
              <a:gd name="adj" fmla="val 8085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❻ 관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역질문과 원래 질문을 임베딩으로 비교하므로 embeddings도 넘김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워크플로우: ④ LLM 평가 – 한 행 채점(위, 정) 실제 코드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 정보 한 행을 지표 5개로 채점함. 지표마다 읽는 칸이 다르므로(교재 188쪽) 맞는 칸을 맞는 이름으로 넘김. 먼저 검색 지표 둘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9144000" cy="5669280"/>
          </a:xfrm>
          <a:prstGeom prst="roundRect">
            <a:avLst>
              <a:gd name="adj" fmla="val 129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6481" y="1810512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코드 (core_eval.py의 score_row)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481" y="2157984"/>
          <a:ext cx="886968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8458200"/>
              </a:tblGrid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async def score_row(row: dict, metrics: dict) -&gt; dict: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❶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question = row["user_input"]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reference = row["reference"]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contexts = row["retrieved_contexts"]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answer = row["response"]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...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scores = {}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❷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scores["context_precision"] = await ascore_or_nan(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metrics["context_precision"], "context_precision", errors,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❸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user_input=question, reference=reference, retrieved_contexts=contexts)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❹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scores["context_recall"] = await ascore_or_nan(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metrics["context_recall"], "context_recall", errors,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user_input=question, retrieved_contexts=contexts, reference=reference)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❺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...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return scores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881921" y="1737360"/>
            <a:ext cx="4251960" cy="961542"/>
          </a:xfrm>
          <a:prstGeom prst="roundRect">
            <a:avLst>
              <a:gd name="adj" fmla="val 7608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❶ 읽는 칸 4개</a:t>
            </a: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질문, 모범 답안, 검색 결과(청크 본문 목록), 답변. 188쪽 결과 정보 4칸 그대로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881921" y="2790342"/>
            <a:ext cx="4251960" cy="1209446"/>
          </a:xfrm>
          <a:prstGeom prst="roundRect">
            <a:avLst>
              <a:gd name="adj" fmla="val 6048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❷ 위 ContextPrecision</a:t>
            </a: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질문, 모범 답안, 검색 결과를 읽음. 청크마다 모범 답안에 쓸모 있나 1/0 → 순위대로 평균 정밀도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881921" y="4091229"/>
            <a:ext cx="4251960" cy="961542"/>
          </a:xfrm>
          <a:prstGeom prst="roundRect">
            <a:avLst>
              <a:gd name="adj" fmla="val 7608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❸ 칸 이름</a:t>
            </a: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ragas가 정한 영어 이름을 그대로 씀. await는 평가자 호출이 끝날 때까지 기다림(비동기)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881921" y="5144211"/>
            <a:ext cx="4251960" cy="961542"/>
          </a:xfrm>
          <a:prstGeom prst="roundRect">
            <a:avLst>
              <a:gd name="adj" fmla="val 7608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❹ 정 ContextRecall</a:t>
            </a: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질문, 검색 결과, 모범 답안을 읽음. 모범 답안을 주장으로 쪼개 검색 결과에 있나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881921" y="6197194"/>
            <a:ext cx="4251960" cy="1209446"/>
          </a:xfrm>
          <a:prstGeom prst="roundRect">
            <a:avLst>
              <a:gd name="adj" fmla="val 6048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❺ 나머지 3개</a:t>
            </a: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출, 관, 답은 다음 장. 실패한 지표는 ascore_or_nan이 사유를 적고 nan을 돌려줘 다음 지표로 감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워크플로우: ④ LLM 평가 – 한 행 채점(출, 관, 답) 실제 코드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답변 지표 셋. 출(Faithfulness)은 검색 결과 기준, 답(FactualCorrectness)은 모범 답안 기준이라 대조 대상이 다름(교재 185쪽)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9144000" cy="5669280"/>
          </a:xfrm>
          <a:prstGeom prst="roundRect">
            <a:avLst>
              <a:gd name="adj" fmla="val 129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6481" y="1810512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코드 (core_eval.py의 score_row)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481" y="2157984"/>
          <a:ext cx="886968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8458200"/>
              </a:tblGrid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async def score_row(row: dict, metrics: dict) -&gt; dict: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question = row["user_input"]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reference = row["reference"]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contexts = row["retrieved_contexts"]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answer = row["response"]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❶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...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scores = {}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...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❷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scores["faithfulness"] = await ascore_or_nan(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metrics["faithfulness"], "faithfulness", errors,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user_input=question, response=answer, retrieved_contexts=contexts)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❸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scores["answer_relevancy"] = await ascore_or_nan(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metrics["answer_relevancy"], "answer_relevancy", errors,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user_input=question, response=answer)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❹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scores["factual_correctness"] = await ascore_or_nan(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metrics["factual_correctness"], "factual_correctness", errors,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response=answer, reference=reference)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❺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scores["errors"] = errors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return scores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881921" y="1737360"/>
            <a:ext cx="4251960" cy="849986"/>
          </a:xfrm>
          <a:prstGeom prst="roundRect">
            <a:avLst>
              <a:gd name="adj" fmla="val 8606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❶ 앞 장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위, 정 채점(검색 지표)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881921" y="2678786"/>
            <a:ext cx="4251960" cy="1113384"/>
          </a:xfrm>
          <a:prstGeom prst="roundRect">
            <a:avLst>
              <a:gd name="adj" fmla="val 6570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❷ 출 Faithfulness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질문, 답변, 검색 결과. 모범 답안은 읽지 않음(근거 기준 환각 탐지)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881921" y="3883609"/>
            <a:ext cx="4251960" cy="1113384"/>
          </a:xfrm>
          <a:prstGeom prst="roundRect">
            <a:avLst>
              <a:gd name="adj" fmla="val 6570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❸ 관 AnswerRelevancy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질문과 답변만. 답변으로 역질문을 만들어 원래 질문과 임베딩 유사도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881921" y="5088433"/>
            <a:ext cx="4251960" cy="1113384"/>
          </a:xfrm>
          <a:prstGeom prst="roundRect">
            <a:avLst>
              <a:gd name="adj" fmla="val 6570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❹ 답 FactualCorrectness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답변과 모범 답안만. 검색 결과는 읽지 않음(모범 답안 기준 사실 정확도, 기본 F1)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881921" y="6293256"/>
            <a:ext cx="4251960" cy="1113384"/>
          </a:xfrm>
          <a:prstGeom prst="roundRect">
            <a:avLst>
              <a:gd name="adj" fmla="val 6570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❺ 실패 사유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지표별 실패 사유 dict를 점수와 함께 돌려줌. 결과 파일의 「채점 실패」 칸이 됨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워크플로우: ④ LLM 평가 – 실험 실행 실제 코드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채점할 행을 ragas Dataset에 담고 @experiment 실험 함수를 arun으로 돌림(교재 178쪽). 모든 행을 한꺼번에 돌리므로 동시 채점 수를 세마포어로 제한함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9144000" cy="5669280"/>
          </a:xfrm>
          <a:prstGeom prst="roundRect">
            <a:avLst>
              <a:gd name="adj" fmla="val 129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6481" y="1810512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코드 (evaluate_rag.py의 run_llm_evaluation)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481" y="2157984"/>
          <a:ext cx="886968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8458200"/>
              </a:tblGrid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async def run_llm_evaluation(rows: list[dict], metrics: dict, experiment_name: str) -&gt; dict: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❶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dataset = Dataset(name=experiment_name.replace("/", "_"), backend="inmemory")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for row in rows: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...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})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❷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semaphore = asyncio.Semaphore(MAX_CONCURRENT_ROWS)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❸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@experiment()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async def ragas_eval(row):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async with semaphore: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❹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scores = await core.score_row(row, metrics)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return {"id": row["id"], **scores}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❺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experiment_result = await ragas_eval.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arun(dataset, name=experiment_name)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scores_by_id = {}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for record in experiment_result: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scores_by_id[record["id"]] = record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return scores_by_id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881921" y="1737360"/>
            <a:ext cx="4251960" cy="1209446"/>
          </a:xfrm>
          <a:prstGeom prst="roundRect">
            <a:avLst>
              <a:gd name="adj" fmla="val 6048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❶ 평가셋 담기</a:t>
            </a: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문항 = 한 행(4칸 + id. 장표에서는 ...로 줄임). 메모리(inmemory)에만 두고 파일은 만들지 않음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881921" y="3038246"/>
            <a:ext cx="4251960" cy="1209446"/>
          </a:xfrm>
          <a:prstGeom prst="roundRect">
            <a:avLst>
              <a:gd name="adj" fmla="val 6048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❷ 동시 채점 제한</a:t>
            </a: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세마포어 = 동시에 들어갈 수 있는 수를 세는 문지기. 2행씩 채점해 Groq 429(호출 제한)를 피함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881921" y="4339133"/>
            <a:ext cx="4251960" cy="961542"/>
          </a:xfrm>
          <a:prstGeom prst="roundRect">
            <a:avLst>
              <a:gd name="adj" fmla="val 7608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❸ 실험 함수</a:t>
            </a: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데코레이터가 함수에 arun을 붙여 줌. 한 행(dict)을 받아 점수 행을 돌려줌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881921" y="5392115"/>
            <a:ext cx="4251960" cy="961542"/>
          </a:xfrm>
          <a:prstGeom prst="roundRect">
            <a:avLst>
              <a:gd name="adj" fmla="val 7608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❹ 한 행 채점</a:t>
            </a: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앞 장의 score_row. 자리가 날 때까지 기다렸다가(async with) 들어감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881921" y="6445098"/>
            <a:ext cx="4251960" cy="961542"/>
          </a:xfrm>
          <a:prstGeom prst="roundRect">
            <a:avLst>
              <a:gd name="adj" fmla="val 7608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❺ 문항 × 지표 표</a:t>
            </a: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arun이 모든 행을 동시에 돌리고 표로 모음. 실패한 행은 경고만 남기고 뺌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워크플로우: ⑤ 버전 비교 – 버전별 평균 실제 코드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버전마다 지표별 평균을 냄. 문항마다 점수를 먼저 내고 그 평균을 내는 매크로 평균(교재 181쪽)이라 정답 근거가 많은 문항에 무게가 쏠리지 않음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9144000" cy="5669280"/>
          </a:xfrm>
          <a:prstGeom prst="roundRect">
            <a:avLst>
              <a:gd name="adj" fmla="val 129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6481" y="1810512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코드 (core_eval.py의 summarize_versions)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481" y="2157984"/>
          <a:ext cx="886968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8458200"/>
              </a:tblGrid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def summarize_versions(rows_by_version: dict, metric_names: list[str], baseline_name: str, noise: dict) -&gt; dict: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summary = {}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❶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for version_name, rows in rows_by_version.items():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means = {}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for metric in metric_names: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values = []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for row in rows: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❷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    values.append(row.get(metric))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❸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means[metric] =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mean_of(values)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❹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summary[version_name] = {"mean": means, "delta": {}, "change": {}}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...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881921" y="1737360"/>
            <a:ext cx="4251960" cy="1348740"/>
          </a:xfrm>
          <a:prstGeom prst="roundRect">
            <a:avLst>
              <a:gd name="adj" fmla="val 5424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❶ 버전마다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rows는 그 버전의 문항 점수 dict 목록(키 = 지표 이름)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881921" y="3177540"/>
            <a:ext cx="4251960" cy="1348740"/>
          </a:xfrm>
          <a:prstGeom prst="roundRect">
            <a:avLst>
              <a:gd name="adj" fmla="val 5424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❷ 문항 점수 모으기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채점하지 않은 칸(답 없음, 근거 0개)은 None, 채점 실패는 nan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881921" y="4617720"/>
            <a:ext cx="4251960" cy="1348740"/>
          </a:xfrm>
          <a:prstGeom prst="roundRect">
            <a:avLst>
              <a:gd name="adj" fmla="val 5424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❸ 매크로 평균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제공 함수 mean_of가 None과 nan을 빼고 평균함. 남는 값이 없으면 None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881921" y="6057900"/>
            <a:ext cx="4251960" cy="1348740"/>
          </a:xfrm>
          <a:prstGeom prst="roundRect">
            <a:avLst>
              <a:gd name="adj" fmla="val 5424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❹ 버전 요약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delta(기준선과의 차이)와 change(▲, ▼, 변화 없음)는 다음 장에서 채움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워크플로우: ⑤ 버전 비교 – 기준선 대비 변화 실제 코드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기준선과의 차이를 흔들림 폭과 견줌. 점수 0.8 같은 고정 합격선 대신 기준선 대비 변화로 채택 여부를 정함(교재 187쪽)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9144000" cy="5669280"/>
          </a:xfrm>
          <a:prstGeom prst="roundRect">
            <a:avLst>
              <a:gd name="adj" fmla="val 129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6481" y="1810512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코드 (core_eval.py의 summarize_versions)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481" y="2157984"/>
          <a:ext cx="886968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8458200"/>
              </a:tblGrid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def summarize_versions(rows_by_version: dict, metric_names: list[str], baseline_name: str, noise: dict) -&gt; dict: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...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❶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baseline_means = summary[baseline_name]["mean"]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for version_name, version_summary in summary.items():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for metric in metric_names: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mean = version_summary["mean"][metric]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base = baseline_means[metric]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❷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...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❸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delta =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mean - base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version_summary["delta"][metric] = delta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❹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if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delta &gt; noise[metric]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    version_summary["change"][metric] = "▲"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elif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delta &lt; -noise[metric]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    version_summary["change"][metric] = "▼"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else: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    version_summary["change"][metric] = "변화 없음"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return summary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881921" y="1737360"/>
            <a:ext cx="4251960" cy="1085342"/>
          </a:xfrm>
          <a:prstGeom prst="roundRect">
            <a:avLst>
              <a:gd name="adj" fmla="val 6740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❶ 기준선 평균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앞 장에서 낸 버전별 평균 중 기준선(★) 것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881921" y="2914142"/>
            <a:ext cx="4251960" cy="1348740"/>
          </a:xfrm>
          <a:prstGeom prst="roundRect">
            <a:avLst>
              <a:gd name="adj" fmla="val 5424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❷ 비교하지 않는 경우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기준선 자신은 「-」, 어느 한쪽이 None이면 「비교 불가」(장표에서 ...로 줄임)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881921" y="4354322"/>
            <a:ext cx="4251960" cy="1348740"/>
          </a:xfrm>
          <a:prstGeom prst="roundRect">
            <a:avLst>
              <a:gd name="adj" fmla="val 5424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❸ 기준선 대비 차이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+면 나아짐. 결과 파일의 「▲ +0.125」 같은 숫자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881921" y="5794502"/>
            <a:ext cx="4251960" cy="1612138"/>
          </a:xfrm>
          <a:prstGeom prst="roundRect">
            <a:avLst>
              <a:gd name="adj" fmla="val 4538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❹ 흔들림 폭과 견줌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다시 채점만 해도 생기는 폭보다 크게 올랐을 때만 ▲, 크게 내렸을 때만 ▼, 그 사이는 「변화 없음」(교재 177쪽)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워크플로우: ⑤ 원인 찾기 – 실제 코드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기준선보다 떨어진(▼) 지표의 조합으로 검색, 순위, 생성 중 어디를 고칠지 고름(교재 187쪽 표). 지표 하나만 보면 놓침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9144000" cy="5669280"/>
          </a:xfrm>
          <a:prstGeom prst="roundRect">
            <a:avLst>
              <a:gd name="adj" fmla="val 129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6481" y="1810512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코드 (core_eval.py의 diagnose)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481" y="2157984"/>
          <a:ext cx="886968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8458200"/>
              </a:tblGrid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def diagnose(change: dict) -&gt; list[str]: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reasons = []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❶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if change.get("recall") == "▼":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reasons.append("Recall@k ↓ (코드): 정답 근거를 놓침 → 청킹, 임베딩, Top-k를 봄")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...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❷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context_recall_dropped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= change.get("context_recall") == "▼"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if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context_recall_dropped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reasons.append("Context Recall ↓: 검색 정답률이 떨어짐 → 청킹, 임베딩, Top-k를 봄")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❸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context_precision_dropped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= change.get("context_precision") == "▼"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if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context_precision_dropped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reasons.append("Context Precision ↓: 검색 상위에 답이 많이 없음 → 리랭커, 하이브리드 비중을 봄")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...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❹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if change.get("factual_correctness") == "▼":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if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context_recall_dropped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reasons.append("Factual Correctness ↓ + Context Recall ↓: 근거를 못 가져옴 → 청킹, 임베딩, Top-k를 봄")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else: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reasons.append("Factual Correctness ↓, Context Recall 정상: 답변이 근거 일부만 담음 → 답변 프롬프트를 고침")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...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return reasons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881921" y="1737360"/>
            <a:ext cx="4251960" cy="1414589"/>
          </a:xfrm>
          <a:prstGeom prst="roundRect">
            <a:avLst>
              <a:gd name="adj" fmla="val 5171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❶ 코드 지표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평가를 안 돌려도 나옴. Recall ↓는 정답 근거를 놓친 것 → 청킹, 임베딩, Top-k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881921" y="3243389"/>
            <a:ext cx="4251960" cy="1414589"/>
          </a:xfrm>
          <a:prstGeom prst="roundRect">
            <a:avLst>
              <a:gd name="adj" fmla="val 5171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❷ 정 ↓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정답률 → 청킹, 임베딩, Top-k. change.get은 지표가 없으면 None이라 조건이 거짓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881921" y="4749419"/>
            <a:ext cx="4251960" cy="1151191"/>
          </a:xfrm>
          <a:prstGeom prst="roundRect">
            <a:avLst>
              <a:gd name="adj" fmla="val 6354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❸ 위 ↓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상위에 답이 적음 → 리랭커, 하이브리드 비중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881921" y="5992050"/>
            <a:ext cx="4251960" cy="1414589"/>
          </a:xfrm>
          <a:prstGeom prst="roundRect">
            <a:avLst>
              <a:gd name="adj" fmla="val 5171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❹ 답 ↓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 ↓와 함께면 검색이 근거를 못 가져온 것, 정이 정상이면 답변이 근거 일부만 담은 것(교재 185쪽 Q17) → 답변 프롬프트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RAGAS 평가 교재 코드 장표</dc:title>
  <dc:subject>PptxGenJS Presentation</dc:subject>
  <dc:creator>hybrid-ai 교육팀</dc:creator>
  <cp:lastModifiedBy>hybrid-ai 교육팀</cp:lastModifiedBy>
  <cp:revision>1</cp:revision>
  <dcterms:created xsi:type="dcterms:W3CDTF">2026-10-31T09:08:47Z</dcterms:created>
  <dcterms:modified xsi:type="dcterms:W3CDTF">2026-10-31T09:08:47Z</dcterms:modified>
</cp:coreProperties>
</file>