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⑦ 수집 종료 판정 – 코드 재확인 → Jev
⑦은 모은 근거로 답을 만들어도 되는지 정합니다. 결과는 통과(⑧ 답변 생성으로) 또는 불통과(⑩ 확인할 수 없음) 둘 중 하나입니다. 「확인할 수 없음」은 사용자에게 돌려주는 종료 상태의 이름이고, ⑦의 판정 결과는 통과와 불통과로 부릅니다.
먼저 코드가 원 질문을 다시 확인합니다. 에이전트가 sufficient로 끝냈더라도 이 확인을 통과하지 못하면 불통과입니다. 함정 질문을 막는 마지막 장치입니다.
조건 ①은 쉽습니다. 질문의 핵심 낱말 두 개가 한 문장에 함께 나오면 통과합니다.
조건 ②는 문장을 넘는 정답을 살리기 위한 것입니다. 예에서 A카드와 연회비는 한 문장에 함께 없지만, 청크 1의 엔티티 A카드와 청크 2의 엔티티 실적 우대가 그래프에서 관계 하나로 이어져 있습니다. 두 원문이 같은 사실의 앞뒤를 이루므로 통과합니다.
함정에서는 청크 2가 B카드의 혜택이라 A카드와 이어진 관계가 없습니다. 그래서 조건 ②도 통과하지 못하고 불통과가 됩니다. 같은 기준이 정답은 살리고 함정은 막습니다. 같은 커뮤니티에 속한 것(IN_COMMUNITY)은 직접 이어진 사실이 아니라서 관계로 치지 않습니다.
코드 재확인을 통과하면 Jev가 한 번 더 봅니다. 낱말은 맞지만 답이 되는 원문이 하나도 없으면 불통과입니다. 예를 들어 면제 조건을 묻는데 「연회비는 연 1만 원」 원문뿐이면, 그대로 넘길 경우 ⑧이 조건을 지어낼 수 있습니다.
질문의 전제와 어긋나는 원문은 막지 않습니다. 「A카드는 해외 결제 혜택 없음」처럼 전제를 부정하는 원문은 그 자체가 답이기 때문입니다. 대신 「전제가 원문과 다름」 표시를 붙여 넘기고, ⑧이 전제를 바로잡는 답을 씁니다.
Jev는 확률만 냅니다. 원문마다 기준값과 비교해 표시를 붙이고 통과 여부를 정하는 것은 ⑦의 코드입니다. Jev 판정은 ⑤에서 해 둔 것을 다시 쓰고, 새 원문만 묻습니다. Jev 호출이 실패하면 코드 재확인 결과만으로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⑦ 수집 종료 판정 – 코드 재확인 → Jev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코드가 원 질문을 다시 확인하고, 통과한 것만 Jev가 한 번 더 걸러 통과 또는 불통과를 정함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737360"/>
            <a:ext cx="7498080" cy="411480"/>
          </a:xfrm>
          <a:prstGeom prst="roundRect">
            <a:avLst>
              <a:gd name="adj" fmla="val 8889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재확인(모든 요청): 둘 중 하나면 통과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9321" y="2240280"/>
            <a:ext cx="7498080" cy="457200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9050">
            <a:solidFill>
              <a:srgbClr val="2E74C6"/>
            </a:solidFill>
          </a:ln>
        </p:spPr>
        <p:txBody>
          <a:bodyPr wrap="square" lIns="63500" tIns="38100" rIns="635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원 질문의 핵심 낱말 두 개가 한 문장에 함께 있음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9321" y="2816352"/>
            <a:ext cx="7498080" cy="4407408"/>
          </a:xfrm>
          <a:prstGeom prst="roundRect">
            <a:avLst>
              <a:gd name="adj" fmla="val 1660"/>
            </a:avLst>
          </a:prstGeom>
          <a:solidFill>
            <a:srgbClr val="F5F8FC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3913" y="2871216"/>
            <a:ext cx="7168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관계 하나로 이어진 두 엔티티의 원문에 나뉘어 있음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3913" y="3200400"/>
            <a:ext cx="7168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「A카드는 연회비를 면제받을 수 있나요?」 핵심 낱말: A카드, 연회비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3913" y="3593592"/>
            <a:ext cx="4480560" cy="749808"/>
          </a:xfrm>
          <a:prstGeom prst="roundRect">
            <a:avLst>
              <a:gd name="adj" fmla="val 12195"/>
            </a:avLst>
          </a:prstGeom>
          <a:solidFill>
            <a:srgbClr val="EEF3FA"/>
          </a:solidFill>
          <a:ln w="19050">
            <a:solidFill>
              <a:srgbClr val="2E74C6"/>
            </a:solidFill>
          </a:ln>
        </p:spPr>
        <p:txBody>
          <a:bodyPr wrap="square" lIns="63500" tIns="38100" rIns="63500" bIns="381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「A카드는 실적 우대 혜택을 제공함」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91049" y="3968496"/>
            <a:ext cx="603504" cy="0"/>
          </a:xfrm>
          <a:prstGeom prst="line">
            <a:avLst/>
          </a:prstGeom>
          <a:noFill/>
          <a:ln w="22225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831129" y="3703320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404155"/>
          </a:solidFill>
          <a:ln/>
        </p:spPr>
        <p:txBody>
          <a:bodyPr wrap="square" lIns="63500" tIns="38100" rIns="635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A카드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3" y="4846320"/>
            <a:ext cx="4480560" cy="749808"/>
          </a:xfrm>
          <a:prstGeom prst="roundRect">
            <a:avLst>
              <a:gd name="adj" fmla="val 12195"/>
            </a:avLst>
          </a:prstGeom>
          <a:solidFill>
            <a:srgbClr val="EEF3FA"/>
          </a:solidFill>
          <a:ln w="19050">
            <a:solidFill>
              <a:srgbClr val="2E74C6"/>
            </a:solidFill>
          </a:ln>
        </p:spPr>
        <p:txBody>
          <a:bodyPr wrap="square" lIns="63500" tIns="38100" rIns="63500" bIns="381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2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「실적 우대 혜택은 전월 30만 원 이상 쓰면 연회비를 면제함」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91049" y="5221224"/>
            <a:ext cx="603504" cy="0"/>
          </a:xfrm>
          <a:prstGeom prst="line">
            <a:avLst/>
          </a:prstGeom>
          <a:noFill/>
          <a:ln w="22225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831129" y="4956048"/>
            <a:ext cx="2011680" cy="530352"/>
          </a:xfrm>
          <a:prstGeom prst="roundRect">
            <a:avLst>
              <a:gd name="adj" fmla="val 17241"/>
            </a:avLst>
          </a:prstGeom>
          <a:solidFill>
            <a:srgbClr val="404155"/>
          </a:solidFill>
          <a:ln/>
        </p:spPr>
        <p:txBody>
          <a:bodyPr wrap="square" lIns="63500" tIns="38100" rIns="635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 우대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6969" y="4233672"/>
            <a:ext cx="0" cy="722376"/>
          </a:xfrm>
          <a:prstGeom prst="line">
            <a:avLst/>
          </a:prstGeom>
          <a:noFill/>
          <a:ln w="22225">
            <a:solidFill>
              <a:srgbClr val="2E74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53689" y="44577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혜택 제공(관계 1개)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3913" y="5705856"/>
            <a:ext cx="7168896" cy="420624"/>
          </a:xfrm>
          <a:prstGeom prst="roundRect">
            <a:avLst>
              <a:gd name="adj" fmla="val 21739"/>
            </a:avLst>
          </a:prstGeom>
          <a:solidFill>
            <a:srgbClr val="2E74C6"/>
          </a:solidFill>
          <a:ln/>
        </p:spPr>
        <p:txBody>
          <a:bodyPr wrap="square" lIns="63500" tIns="38100" rIns="635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→ Jev 판정으로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3913" y="6217920"/>
            <a:ext cx="7168896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7C8598"/>
            </a:solidFill>
            <a:prstDash val="dash"/>
          </a:ln>
        </p:spPr>
        <p:txBody>
          <a:bodyPr wrap="square" lIns="63500" tIns="38100" rIns="635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함정: 청크 2가 B카드 혜택이면 A카드와 이어진 관계가 없어 ②도 통과 못 함 → 불통과(함정 질문을 막음)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3913" y="6839712"/>
            <a:ext cx="7168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IN_COMMUNITY(같은 커뮤니티)는 관계로 치지 않음. 예와 관계 이름은 설명용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81721" y="1737360"/>
            <a:ext cx="5852160" cy="411480"/>
          </a:xfrm>
          <a:prstGeom prst="roundRect">
            <a:avLst>
              <a:gd name="adj" fmla="val 8889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Jev 판정(코드 재확인 통과한 것만)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81721" y="2267712"/>
          <a:ext cx="58521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 재확인 불통과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불통과 → ⑩ 확인할 수 없음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 근거 원문 0개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불통과 → ⑩ 확인할 수 없음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전제 충돌 원문 있음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 → ⑧(「전제가 원문과 다름」 표시)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밖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 → ⑧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8281721" y="4919472"/>
            <a:ext cx="5852160" cy="2304288"/>
          </a:xfrm>
          <a:prstGeom prst="roundRect">
            <a:avLst>
              <a:gd name="adj" fmla="val 3968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함수가 돌려주는 것(설계 예시)</a:t>
            </a:r>
            <a:endParaRPr lang="en-US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passed: 통과(→ ⑧) 또는 불통과(→ ⑩)</a:t>
            </a:r>
            <a:endParaRPr lang="en-US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reason: 불통과 이유(코드 재확인 실패, 답 근거 없음)</a:t>
            </a:r>
            <a:endParaRPr lang="en-US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premise_conflict: 전제 충돌 표시(⑧이 전제를 바로잡는 답을 씀)</a:t>
            </a:r>
            <a:endParaRPr lang="en-US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evidence_ids: 답 근거로 표시된 원문</a:t>
            </a:r>
            <a:endParaRPr lang="en-US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Jev는 확률만 내고 결정은 코드가 함. 코드 재확인에서 떨어진 질문을 Jev가 살리지 않음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검색 교재</dc:title>
  <dc:subject>PptxGenJS Presentation</dc:subject>
  <dc:creator>hybrid-ai 교육팀</dc:creator>
  <cp:lastModifiedBy>hybrid-ai 교육팀</cp:lastModifiedBy>
  <cp:revision>1</cp:revision>
  <dcterms:created xsi:type="dcterms:W3CDTF">2026-10-25T08:13:14Z</dcterms:created>
  <dcterms:modified xsi:type="dcterms:W3CDTF">2026-10-25T08:13:14Z</dcterms:modified>
</cp:coreProperties>
</file>