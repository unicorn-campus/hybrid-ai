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④ 툴 실행 – 검색 툴 5개 + finish
툴은 여섯 개입니다. 묶음 툴 세 개는 앞 장의 서브 워크플로우 O, L, G를 그대로 감쌉니다.
「입력 설명」 칸은 에이전트가 툴을 부를 때 채우는 값의 뜻입니다. 질의문(query, question)은 에이전트가 지어 넣고, topic_id는 global_search가 매긴 주제 번호만 쓸 수 있습니다. finish의 status는 세 값 중 하나만 고르고, 이유는 reason에만 적습니다.
단위 툴 두 개는 그래프를 바로 찾습니다. 회원 상담처럼 찾을 대상이 분명하면 검색엔진을 거치지 않고 엔티티부터 찾습니다.
모든 툴 입력에서 필터 칸을 없앤 것이 핵심입니다. 세대와 식별자 필터는 래퍼가 강제로 붙입니다. 그래서 에이전트가 다른 회원의 상담을 찾는 질의를 지어도 결과에 나오지 않습니다.
global_search는 요청당 한 번만 부를 수 있습니다. 보고서 고르기가 비싸고, 여러 번 부르면 주제가 늘어 근거 규칙이 깨지기 때문입니다. 원문을 못 찾은 주제는 에이전트가 local_search(topic_id)로 보충합니다.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④ 툴 실행 – 검색 툴 5개 + finish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묶음 툴 3개는 서브 워크플로우를 감싸고, 단위 툴 2개는 그래프를 직접 찾음. 모든 호출은 래퍼를 거침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5486400"/>
                <a:gridCol w="301752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하는 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안의 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search_vector-bm25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query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검색할 질의문. 에이전트가 원 질문을 다시 쓰거나 나눈 문장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벡터 + BM25 → RRF → 리랭킹 → 청크 최대 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O1 ~ O4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local_search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query, topic_id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query: 검색할 질의문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topic_id: global_search가 매긴 주제 번호(없으면 null). 주면 그 주제의 근거로 묶고 그 주제의 Follow-up 질문으로 채점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 → 엔티티 축소 → 1-hop 이웃 → 보고서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L1 ~ L4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global_search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question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경향을 묻는 질문. 보고서 고르기와 주제 나누기의 기준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보고서 고르기 → 주제와 Follow-up → 주제별 Local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G1 ~ G3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find_entities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찾을 대상의 이름이나 번호(카드명, 조항 번호, 가명 id). 질의 수에 세지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레이블별 키로 엔티티 → 1-hop 이웃(원문 없음)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E1 ~ E4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get_source_chunks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entity_ids, with_reports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entity_ids: 원문을 붙일 엔티티 id 목록(최대 16개)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with_reports: true면 소속 커뮤니티 보고서도 가져옴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엔티티가 나온 원문 청크, 보고서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R1 ~ R3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finish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status, reason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status: sufficient(충분), unverifiable(확인 불가), need_clarification(확인 필요) 중 하나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reason: 끝내는 이유 한 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수집 종료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9321" y="5760720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래퍼가 모든 호출에 하는 일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09321" y="63093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6481" y="64190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8" name="Text 5"/>
          <p:cNvSpPr/>
          <p:nvPr/>
        </p:nvSpPr>
        <p:spPr>
          <a:xfrm>
            <a:off x="646481" y="6419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9401" y="640080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세대와 식별자 필터를 강제로 붙임(툴 입력에 필터 칸이 없음)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984041" y="63093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21201" y="64190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A5C"/>
          </a:solidFill>
          <a:ln/>
        </p:spPr>
      </p:sp>
      <p:sp>
        <p:nvSpPr>
          <p:cNvPr id="12" name="Text 9"/>
          <p:cNvSpPr/>
          <p:nvPr/>
        </p:nvSpPr>
        <p:spPr>
          <a:xfrm>
            <a:off x="4121201" y="6419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624121" y="640080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질의 속 회원번호, 가명 id를 지우고 필터로만 씀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58761" y="63093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95921" y="64190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6" name="Text 13"/>
          <p:cNvSpPr/>
          <p:nvPr/>
        </p:nvSpPr>
        <p:spPr>
          <a:xfrm>
            <a:off x="7595921" y="6419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098841" y="640080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결과에 ⑤ 판정결과 신호를 붙이고 근거를 상태에 기록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933481" y="63093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070641" y="64190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2A5C"/>
          </a:solidFill>
          <a:ln/>
        </p:spPr>
      </p:sp>
      <p:sp>
        <p:nvSpPr>
          <p:cNvPr id="20" name="Text 17"/>
          <p:cNvSpPr/>
          <p:nvPr/>
        </p:nvSpPr>
        <p:spPr>
          <a:xfrm>
            <a:off x="11070641" y="6419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1573561" y="640080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인젝션 방지: 결과를 태그로 감싸 지시 끼워 넣기를 막음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검색 교재</dc:title>
  <dc:subject>PptxGenJS Presentation</dc:subject>
  <dc:creator>hybrid-ai 교육팀</dc:creator>
  <cp:lastModifiedBy>hybrid-ai 교육팀</cp:lastModifiedBy>
  <cp:revision>1</cp:revision>
  <dcterms:created xsi:type="dcterms:W3CDTF">2026-10-25T07:28:56Z</dcterms:created>
  <dcterms:modified xsi:type="dcterms:W3CDTF">2026-10-25T07:28:56Z</dcterms:modified>
</cp:coreProperties>
</file>