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② 질문 분석 – 실제 코드
교육생 실습 함수 decide_question_route(직접 작성)의 정답임
Jev 호출은 main의 jev_route가 함. 잡담, 모호 Noul 2개와 첫 툴 Choice를 한 요청으로, 보기 순서를 뒤집은 Choice를 한 번 더 물음
「모호함」 질문 문장은 실측으로 고름. 「어느 카드인지 안 밝힘」으로 물었더니 일반 약관 질문까지 0.9로 막았음
코드: hands-on/solutions/graphrag/retriever/(core_search.py의 decide_question_route). 줄 끝 주석은 장표에서 뺌
상세 문서: https://github.com/unicorn-campus/hybrid-ai/blob/main/hands-on/solutions/graphrag/retriever/core_search.py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③ 검색 에이전트 – 실제 코드
교육생 실습 함수 build_agent(빈칸 2곳)의 정답임. 빈칸은 create_agent 호출과 invoke 호출
메시지는 덧붙이기만 됨(append-only). Opus 5.5는 이전 턴을 고치면 생각 블록이 깨질 수 있음
툴 강제 옵션과 temperature는 Opus 5.5에서 400 오류라 보내지 않음
코드: hands-on/solutions/graphrag/retriever/(core_search.py의 build_agent). 줄 끝 주석은 장표에서 뺌
상세 문서: https://github.com/unicorn-campus/hybrid-ai/blob/main/hands-on/solutions/graphrag/retriever/core_search.py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④ 툴 실행 – 래퍼 실제 코드
교육생 실습 함수 run_tool(빈칸 2곳)의 정답임. 빈칸은 식별자 지우기와 필터를 붙인 호출
서브 워크플로우가 돌려준 관찰 글은 원문을 &lt;chunk id=…&gt; 태그로 감싼 것임(프롬프트 인젝션 방지)
결과에 붙는 ⑤ 신호와 Jev 판정은 ToolWrapperMiddleware의 wrap_tool_call이 덧붙임
코드: hands-on/solutions/graphrag/retriever/(core_search.py의 run_tool). 줄 끝 주석은 장표에서 뺌
상세 문서: https://github.com/unicorn-campus/hybrid-ai/blob/main/hands-on/solutions/graphrag/retriever/core_search.py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④ 툴 실행 – O3 RRF 실제 코드
교육생 실습 함수 rrf_merge(직접 작성)의 정답임
RRF를 코드에서 계산하는 까닭: 한쪽 검색이 죽어도 남은 순위로 결과를 낼 수 있음(교재 70쪽)
O1, O2는 main이 OpenSearch에 같은 필터(볼 수 있는 청크 표)를 걸어 두 번 부름
코드: hands-on/solutions/graphrag/retriever/(core_search.py의 rrf_merge). 줄 끝 주석은 장표에서 뺌
상세 문서: https://github.com/unicorn-campus/hybrid-ai/blob/main/hands-on/solutions/graphrag/retriever/core_search.py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④ 툴 실행 – L2 엔티티 축소 실제 코드
교육생 실습 함수 narrow_entities(직접 작성)의 정답임
후보와 유사도는 main의 Cypher가 구함. 엔티티가 나온 청크가 모두 볼 수 있는 청크일 때만 후보가 됨(권한 필터)
교재 71쪽은 L2 ~ L4를 Cypher 한 번으로 그렸지만, 실습 예제는 이 축소를 파이썬 함수로 꺼내려고 두 번 부름
코드: hands-on/solutions/graphrag/retriever/(core_search.py의 narrow_entities). 줄 끝 주석은 장표에서 뺌
상세 문서: https://github.com/unicorn-campus/hybrid-ai/blob/main/hands-on/solutions/graphrag/retriever/core_search.py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④ 툴 실행 – G Global 검색 실제 코드
이 함수는 main에 있고 실습 함수가 아님(읽기). 「...」 줄은 보고서 관련도 계산, 실패 대체, 본문 토큰 몫 자르기임
method="json_schema", strict=True: gpt-oss-120b는 strict가 없으면 스키마를 되돌려 파싱이 실패함(RAG 실습 실측)
Microsoft GraphRAG의 Global Search(map-reduce)와 다른 자체 구성임(교재 72쪽)
코드: hands-on/solutions/graphrag/retriever/(search_graph.py의 global_search). 줄 끝 주석은 장표에서 뺌
상세 문서: https://github.com/unicorn-campus/hybrid-ai/blob/main/hands-on/solutions/graphrag/retriever/search_graph.py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④ 툴 실행 – R 원문 붙이기 실제 코드
이 함수는 main에 있음(읽기). find_entities의 E1 정규화는 선택 과제 normalize_entity_key임
그래프의 Chunk 노드에는 권한 속성이 없어서, ①에서 검색엔진 메타데이터로 만든 「볼 수 있는 청크 표」로 거름
가져온 원문은 툴 안에서 관련성으로 거르지 않고 ⑤로 넘김. 질의가 없는 툴이라 ⑤가 원 질문으로 채점함
코드: hands-on/solutions/graphrag/retriever/(search_graph.py의 get_source_chunks). 줄 끝 주석은 장표에서 뺌
상세 문서: https://github.com/unicorn-campus/hybrid-ai/blob/main/hands-on/solutions/graphrag/retriever/search_graph.py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⑤ 채점 – 진단 신호 실제 코드
교육생 실습 함수 diagnose_signals(빈칸 3곳)의 정답임. 빈칸은 NO_SEED, NO_COOCCUR, PASS 세 규칙
세는 일(포함률, 공존 문장 수)은 제공 함수가 하고, Jev는 원문마다 관련, 답 근거, 전제 충돌, 지시 끼워 넣기 확률만 냄
신호와 기준값은 이 설계의 가정값이고 평가셋으로 조정함
코드: hands-on/solutions/graphrag/retriever/(core_search.py의 diagnose_signals). 줄 끝 주석은 장표에서 뺌
상세 문서: https://github.com/unicorn-campus/hybrid-ai/blob/main/hands-on/solutions/graphrag/retriever/core_search.py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⑤ 상한 판정 – 미들웨어 실제 코드
GuardMiddleware의 before_model 훅임(main, 읽기). 교육생 실습 함수 force_stop_reason을 여기서 부름
병렬 5개, global_search 1회, 질의 8개는 after_model 훅이 모델이 고른 호출을 보고 막음(block_calls)
툴 목록을 비워 한 번 더 부르는 방법은 쓰지 않음. finish까지 사라지고 캐시도 깨짐(교재 75쪽)
코드: hands-on/solutions/graphrag/retriever/(search_graph.py의 before_model). 줄 끝 주석은 장표에서 뺌
상세 문서: https://github.com/unicorn-campus/hybrid-ai/blob/main/hands-on/solutions/graphrag/retriever/search_graph.py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⑥ 리랭킹 – 8자리 고르기 실제 코드
교육생 실습 함수 select_final_chunks(직접 작성)의 정답임
리랭커로 다시 채점하는 것은 원문 청크뿐임. 엔티티는 남은 원문과 이어진 것만, 보고서는 걸린 횟수와 관련도 순(main)
회차가 1회이고 원문이 8개 이하면 main이 리랭킹을 건너뜀
코드: hands-on/solutions/graphrag/retriever/(core_search.py의 select_final_chunks). 줄 끝 주석은 장표에서 뺌
상세 문서: https://github.com/unicorn-campus/hybrid-ai/blob/main/hands-on/solutions/graphrag/retriever/core_search.py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⑦ 수집 종료 판정 – 코드 재확인 실제 코드
교육생 실습 함수 recheck_question(빈칸 2곳)의 정답임. 빈칸은 조건 ①의 공존 문장 수와 조건 ②의 관계 확인
통과한 뒤에는 제공 함수 decide_collection이 Jev 판정을 봄. 답 근거 원문이 0개면 불통과, 전제 충돌은 통과 + 표시
함정 5문항 × 3회 실측: 15번 모두 「확인할 수 없음」, 그중 14번을 ⑦이 막음. 대가로 낱말이 다른 질문(Q14 「해지」와 「정리」)은 오거절됨
코드: hands-on/solutions/graphrag/retriever/(core_search.py의 recheck_question). 줄 끝 주석은 장표에서 뺌
상세 문서: https://github.com/unicorn-campus/hybrid-ai/blob/main/hands-on/solutions/graphrag/retriever/core_search.py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⑧ 답변 생성 – LCEL 체인과 구조화 출력 실제 코드
교육생 실습 함수 generate_answer(빈칸 2곳)의 정답임. 빈칸은 with_structured_output과 LCEL 체인
모델은 Groq gpt-oss-120b. method="json_schema", strict=True가 있어야 스키마를 지킴(RAG 실습 실측)
프롬프트(main의 ANSWER_PROMPT)는 보고서(r로 시작하는 id)는 경향 문장에만 인용하라고 함
코드: hands-on/solutions/graphrag/retriever/(core_search.py의 AnswerSentence, GroundedAnswer, generate_answer). 줄 끝 주석은 장표에서 뺌
상세 문서: https://github.com/unicorn-campus/hybrid-ai/blob/main/hands-on/solutions/graphrag/retriever/core_search.py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⑨ 근거 검증 – 실제 코드
교육생 실습 함수 verify_answer(직접 작성)의 정답임
공백과 쉼표를 지우고 비교함. 「3,000,000원」과 「3000000원」을 같은 값으로 봄
재작성 2회 뒤에도 실패하면 ⑩ 「확인 필요(2회 소진)」로 답과 경고를 함께 돌려줌
코드: hands-on/solutions/graphrag/retriever/(core_search.py의 verify_answer). 줄 끝 주석은 장표에서 뺌
상세 문서: https://github.com/unicorn-campus/hybrid-ai/blob/main/hands-on/solutions/graphrag/retriever/core_search.py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검색: ⑩ 종료 상태 – 실제 코드
교육생 실습 함수 make_end_state(빈칸 1곳)의 정답임
화면 맨 끝에는 Opus 실제 비용(응답의 토큰 사용량 × 단가)과 호출 수, 툴 경로가 찍힘
평가셋 25문항 마지막 실행: 답 있는 20문항 중 답변 완료 18, 함정 5/5 확인할 수 없음, Opus 비용 합계 $0.75
코드: hands-on/solutions/graphrag/retriever/(core_search.py의 END_STATES, make_end_state). 줄 끝 주석은 장표에서 뺌
상세 문서: https://github.com/unicorn-campus/hybrid-ai/blob/main/hands-on/solutions/graphrag/retriever/core_search.py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② 질문 분석 –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Jev가 낸 확률을 코드가 기준값과 비교해 「끝낼지, 첫 툴 후보는 무엇인지」를 정함. 결정은 늘 코드가 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decide_question_route)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decide_question_route(answers: dict | None, thresholds: dict)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answers is None: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{"end": None, "first_tool": None, "reason": "Jev 없음: 규칙만으로 검색 진행"}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answers["is_smalltalk"] &gt;=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thresholds["end_noul"]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{"end": "no_search", "first_tool": None, "reason": f"잡담 {answers['is_smalltalk']:.2f}"}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answers["needs_clarification"] &gt;=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thresholds["end_noul"]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{"end": "need_clarification", "first_tool": None,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"reason": f"모호함 {answers['needs_clarification']:.2f}"}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tool, confidence = answers["first_tool"]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tool_swapped, confidence_swapped = answers["first_tool_swapped"]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tool == tool_swapped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and min(confidence, confidence_swapped) &gt;=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thresholds["choice_confidence"]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reason = f"첫 툴 후보 {tool}(확신 {confidence:.2f}, {confidence_swapped:.2f})"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{"end": None, "first_tool": tool, "reason": reason}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{"end": None, "first_tool": None,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"reason": f"첫 툴 후보 없음({tool} {confidence:.2f} / 순서 바꿔 {tool_swapped} {confidence_swapped:.2f})"}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Jev가 실패하면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끝내지도 후보를 주지도 않고 검색으로 감. 잘못 끝내는 쪽이 손해가 더 큼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889504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잡담이면 끝냄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Noul 확률이 기준값 0.7 이상일 때만 「검색 불필요」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041648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모호하면 끝냄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0.7 이상일 때만 「확인 필요」. 0.3 ~ 0.7은 애매하므로 검색으로 감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193792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보기 순서를 바꾼 답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main이 Choice 보기 순서를 뒤집어 한 번 더 물은 답(첫 보기 쏠림 대비)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81921" y="6345936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첫 툴 후보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답이 같고 두 확신이 모두 0.5 이상일 때만 후보로 씀. 후보는 권고일 뿐임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③ 검색 에이전트 –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LangChain create_agent로 ReAct 고리를 만들고 한 번 돌림. 막는 일은 함께 넘긴 미들웨어가 맡음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build_agent)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build_agent(model, tools: list, system_prompt: str, middleware: list, first_message: str, context: dict,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recursion_limit: int)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agent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create_agent(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model=model,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tools=tools,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system_prompt=system_prompt,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middleware=middleware,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state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agent.invoke(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{"messages": [{"role": "user", "content": first_message}]},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context=context,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❻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config={"recursion_limit": recursion_limit},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state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940985"/>
          </a:xfrm>
          <a:prstGeom prst="roundRect">
            <a:avLst>
              <a:gd name="adj" fmla="val 777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에이전트 만들기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「모델 → 툴 → 모델」 고리를 LangGraph 그래프로 만들어 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81921" y="2769785"/>
            <a:ext cx="4251960" cy="940985"/>
          </a:xfrm>
          <a:prstGeom prst="roundRect">
            <a:avLst>
              <a:gd name="adj" fmla="val 777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Opus 5.5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툴과 질의를 고름. effort medium, 생각은 끌 수 없음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81921" y="3802211"/>
            <a:ext cx="4251960" cy="724069"/>
          </a:xfrm>
          <a:prstGeom prst="roundRect">
            <a:avLst>
              <a:gd name="adj" fmla="val 10103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툴 6개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툴 5개 + finish. 입력에 필터 칸이 없음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881921" y="4617720"/>
            <a:ext cx="4251960" cy="940985"/>
          </a:xfrm>
          <a:prstGeom prst="roundRect">
            <a:avLst>
              <a:gd name="adj" fmla="val 777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미들웨어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상한과 강제 종료(GuardMiddleware), 래퍼와 채점(ToolWrapperMiddleware), 프롬프트 캐시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881921" y="5650145"/>
            <a:ext cx="4251960" cy="940985"/>
          </a:xfrm>
          <a:prstGeom prst="roundRect">
            <a:avLst>
              <a:gd name="adj" fmla="val 777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작업 기록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툴과 미들웨어가 함께 보는 이 요청의 기록(필터, 모은 근거, 회차)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881921" y="6682571"/>
            <a:ext cx="4251960" cy="724069"/>
          </a:xfrm>
          <a:prstGeom prst="roundRect">
            <a:avLst>
              <a:gd name="adj" fmla="val 10103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❻ 안전 상한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프레임워크 쪽 상한. 코드 상한(6회차)보다 넉넉히 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④ 툴 실행 – 래퍼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에이전트의 툴 호출 하나를 감싸 입력을 검사하고, 질의 속 식별자를 지우고, 필터를 강제로 붙여 서브 워크플로우를 부름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run_tool)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run_tool(name: str, args: dict, ctx: dict, tool_functions: dict)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problem = check_tool_input(name, args, set(ctx["topics"]), ctx["allow_global"])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problem: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{"text": f"입력 오류: {problem}", "result": None, "error": True}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args = dict(args)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"query" in args: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args["query"]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strip_identifiers(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args["query"])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filters = ctx["filters"]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result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tool_functions[name](args, filters, ctx)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text = result["observation"]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{"text": text, "result": result, "error": False}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입력 검사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밖 입력(모르는 키, 없는 topic_id, 비어 있는 질의)은 실행하지 않음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889504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오류 표시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오류는 오류 표시로 돌려줌(교재 75쪽 툴 오류의 꼴)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041648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식별자 지우기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에이전트가 질의에 회원번호를 넣어도 검색에는 쓰이지 않음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193792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필터 꺼내기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②가 만든 세대, 볼 수 있는 청크 표, 회원, 카드 필터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81921" y="6345936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필터를 붙여 부름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툴 입력에는 필터 칸이 없고 래퍼가 강제로 붙임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④ 툴 실행 – O3 RRF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벡터 검색과 BM25 검색의 두 순위를 점수 대신 순위로만 합쳐, 두 검색 모두에서 앞에 나온 청크를 위로 올림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rrf_merge)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rrf_merge(vector_hits: list[dict], bm25_hits: list[dict], k: int = 60, top: int = 25) -&gt; list[dict]: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merged = {}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source, hits in (("vector", vector_hits), ("bm25", bm25_hits)):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for rank, hit in enumerate(hits, start=1):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chunk_id = hit["chunk_id"]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if chunk_id not in merged: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merged[chunk_id] = {"chunk_id": chunk_id, "rrf": 0.0, "ranks": {}}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merged[chunk_id]["rrf"] +=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 / (k + rank)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merged[chunk_id]["ranks"][source] = rank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ordered = sorted(merged.values(), key=lambda row: row["rrf"], reverse=True)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ordered[:top]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두 검색을 차례로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결과와 BM25 결과를 같은 방식으로 훑음. 한쪽이 비어도 됨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889504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순위는 1부터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순위만 쓰므로 점수 단위가 달라도 합칠 수 있음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041648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중복 제거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본 청크만 새 줄을 만듦. 두 번째부터는 같은 줄에 더함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193792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RRF 점수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Σ 1 / (60 + 순위). 예: 벡터 1위, BM25 3위면 1/61 + 1/63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81921" y="6345936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상위 25개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 큰 순으로 줄 세워 상위 top개. 다음 O4 리랭커가 6개로 줄임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④ 툴 실행 – L2 엔티티 축소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청크에서 나온 엔티티 후보를 고정 엔티티, 청크마다 1개, 유사도 순으로 채워 16개만 남김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narrow_entities)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narrow_entities(candidates: list[dict], limit: int = 16,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pinned_ids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 list[str] | None = None) -&gt; list[dict]: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chosen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chosen_ids = set()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def add(row: dict) -&gt; None: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row["id"] not in chosen_ids and len(chosen) &lt; limit: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chosen.append(row)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chosen_ids.add(row["id"])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by_score = sorted(candidates, key=lambda row: row["score"], reverse=True)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row in by_score: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row["id"] in (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pinned_ids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or []):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add(row)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seen_chunks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chunk_id in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seen_chunks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for row in by_score: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if row["chunk_id"] == chunk_id and row["id"] not in chosen_ids: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add(row)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break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row in by_score: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add(row)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chosen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한 번만 넣기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엔티티는 한 번만, 합계 limit(16)개까지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942184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유사도 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벡터와 노드 설명 임베딩(K6)의 코사인 유사도가 큰 순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147007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고정 먼저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질문은 그 회원의 첫 상담과 가장 최근 상담을 먼저 넣음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351831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청크마다 1개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청크마다 가장 가까운 엔티티 1개. 엔티티와 원문의 연결이 끊기지 않음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81921" y="6556654"/>
            <a:ext cx="4251960" cy="849986"/>
          </a:xfrm>
          <a:prstGeom prst="roundRect">
            <a:avLst>
              <a:gd name="adj" fmla="val 8606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남은 자리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자리는 전체 유사도 순으로 채움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④ 툴 실행 – G Global 검색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보고서 고르기(G1)와 주제 나누기(G2)는 LCEL 체인과 구조화 출력으로 Groq를 부르고, 주제마다 Local 검색(G3)을 병렬로 돌림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(search_graph.py의 global_search)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global_search(res: Resources, query: str, filters: dict, ctx: dict)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reports = {rid: r for rid, r in DATA["reports"].items() if rid in filters["allowed_reports"]}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try: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chain = G1_PROMPT | res.groq.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with_structured_output(PickedReports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, method="json_schema", strict=True)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result = chain.invoke({"question": query, "titles": titles, "limit": G_MAX_REPORTS})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try: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chain = G2_PROMPT | res.groq.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with_structured_output(TopicPlan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, method="json_schema", strict=True)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plan = chain.invoke({"question": query, "reports": report_lines, "limit": G_MAX_TOPICS})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number, topic in enumerate(topics, start=1):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topic["topic_id"] = f"T{number}"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with ThreadPoolExecutor(max_workers=G_MAX_TOPICS) as pool: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futures = [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pool.submit(local_search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, res, t["follow_up"], t["topic_id"], filters, ctx) for t in topics]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볼 수 있는 보고서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한 명의 상담으로 된 보고서는 그 권한이 없으면 고르지 못함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889504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G1 보고서 고르기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「프롬프트 → 구조화 모델」 LCEL 체인. 답은 PickedReports(보고서 id 목록)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041648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G2 주제와 Follow-up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1 ~ 5개와 주제마다 사실 확인 질문 하나(TopicPlan)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193792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주제 id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T1, T2 … 에이전트는 이 번호로만 local_search(topic_id)를 부를 수 있음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81921" y="6345936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G3 주제별 Local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질문이 아니라 주제의 Follow-up 질문으로 병렬 검색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④ 툴 실행 – R 원문 붙이기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엔티티에서 FROM_CHUNK로 원문을 가져오고(R1), 볼 수 있는 청크 표로 다시 걸러(R2) 다른 회원 원문으로 가는 우회를 막음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(search_graph.py의 get_source_chunks)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get_source_chunks(res: Resources, entity_ids: list[str], with_reports: bool, filters: dict)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records = res.run(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"UNWIND $ids AS eid MATCH (n)-[:FROM_CHUNK]-&gt;(c:Chunk {generation: $g}) WHERE elementId(n) = eid "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"RETURN DISTINCT c.chunk_id AS chunk_id", ids=entity_ids, g=filters["generation"])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all_ids = [r["chunk_id"] for r in records]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kept = [cid for cid in all_ids if cid in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filters["allowed_ids"]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reports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with_reports: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records = res.run(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"UNWIND $ids AS eid MATCH (n)-[:IN_COMMUNITY]-&gt;(c:Community {generation: $g}) WHERE elementId(n) = eid "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"RETURN c.community_id AS id, count(*) AS hits ORDER BY hits DESC", ids=entity_ids, g=filters["generation"])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reports = [{"id": r["id"], "hits": r["hits"]} for r in records if r["id"] in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filters["allowed_reports"]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{"chunk_ids": kept, "removed": len(all_ids) - len(kept), "reports": reports[:L_REPORTS]}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217041"/>
          </a:xfrm>
          <a:prstGeom prst="roundRect">
            <a:avLst>
              <a:gd name="adj" fmla="val 601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R1 원문 찾기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엔티티가 나온 청크를 같은 세대에서만 찾음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3045841"/>
            <a:ext cx="4251960" cy="1480439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R2 필터 다시 걸기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 id만으로 다른 회원 청크에 닿지 못하게 다시 거름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617720"/>
            <a:ext cx="4251960" cy="1480439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보고서도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with_reports면 소속 커뮤니티 보고서를 함께. 볼 수 있는 보고서만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6189599"/>
            <a:ext cx="4251960" cy="1217041"/>
          </a:xfrm>
          <a:prstGeom prst="roundRect">
            <a:avLst>
              <a:gd name="adj" fmla="val 601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뺀 수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밖이라 뺀 원문 수를 관찰에 알려 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⑤ 채점 – 진단 신호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툴 결과 하나의 통계(원문 수, 포함률, 공존 문장 수 등)로 신호를 매겨 「왜 부족한가」를 에이전트에게 알려 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diagnose_signals)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diagnose_signals(stats: dict, thresholds: dict) -&gt; list[str]: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signals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stats["n_chunks"] ==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signals.append(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"NO_SEED"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stats["n_chunks"] &gt; 0 and stats["cooccur"] ==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signals.append(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"NO_COOCCUR"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(stats["coverage"] &gt;= thresholds["coverage"] and stats["n_chunks"] &gt;= thresholds["min_chunks"]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and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"NO_COOCCUR"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not in signals):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signals.append(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"PASS"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stats["n_chunks"] &gt; 0 and stats["coverage"] &lt; thresholds["coverage"]: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signals.append("LOW_COVERAGE")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stats["n_doc_types"] &gt;= 3 and not stats["has_member_filter"] and stats["coverage"] &lt; thresholds["coverage"]: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signals.append("SCATTERED")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stats["tool"] == "global_search" and stats["n_reports"] ==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signals.append("NO_REPORTS")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stats["n_chunks"] &gt; 0 and stats["n_new_relevant"] ==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signals.append("NO_NEW")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signals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282891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NO_SEED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결과 0건. 질의를 다시 써서 검색하라는 신호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3111690"/>
            <a:ext cx="4251960" cy="1282891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NO_COOCCUR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낱말 두 개가 한 문장에 함께 나온 근거 0건(함정 질문의 단서)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486021"/>
            <a:ext cx="4251960" cy="1282891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PASS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포함률 0.6 이상, 원문 2개 이상, NO_COOCCUR 없음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860352"/>
            <a:ext cx="4251960" cy="1546289"/>
          </a:xfrm>
          <a:prstGeom prst="roundRect">
            <a:avLst>
              <a:gd name="adj" fmla="val 473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나머지 신호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LOW_COVERAGE, SCATTERED, NO_REPORTS, NO_NEW는 완성본으로 제공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⑤ 상한 판정 – 미들웨어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모델을 부르기 전에 코드가 강제 종료 조건을 보고, 걸리면 모델을 다시 부르지 않고 고리를 끝냄(jump_to end)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(search_graph.py의 before_model)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@hook_config(can_jump_to=["end"])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before_model(self, state, runtime):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ctx = runtime.context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ctx.get("fatal"):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{"jump_to": "end"}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ctx.get("finish"):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{"jump_to": "end"}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update_streaks(ctx)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counts = {"rounds": ctx["rounds"], "no_new_streak": ctx["no_new_streak"],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"same_call_streak": ctx["same_call_streak"], "failed_rounds": ctx["failed_rounds"]}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reason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core.force_stop_reason(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counts, MAX_ROUNDS)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reason is None and ctx["rounds"] &gt;= MAX_ROUNDS: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reason = f"하드 상한: 툴 호출 회차 {MAX_ROUNDS}회"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reason is None and time.time() - ctx["started"] &gt; ctx["timeout"]: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reason = f"하드 상한: 요청 {ctx['timeout']}초 넘음"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reason: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ctx["forced_stop"] = reason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say(f"   ⑤ 강제 종료: {reason} → 모델을 부르지 않고 ⑥으로")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{"jump_to": "end"}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say(f"\n── ③ 회차 {ctx['rounds'] + 1}/{MAX_ROUNDS}: Opus 호출")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None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끝낼 수 있는 훅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before_model 훅이 고리를 끝(end)으로 보낼 수 있다고 알림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889504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finish 뒤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에이전트가 finish를 불렀으면 다음 모델 호출 없이 끝냄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041648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강제 종료 조건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함수: 회차 6, NO_NEW 2회 연속, 같은 호출 2회 연속, 전량 실패 2회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193792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하드 상한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함수를 잘못 채워도 6회차와 180초에서 고리를 끊음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81921" y="6345936"/>
            <a:ext cx="42519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모델을 부르지 않음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종료 상태는 ⑦ 기준으로 코드가 정함. 툴 목록은 건드리지 않음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⑥ 리랭킹 – 8자리 고르기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리랭커 점수가 붙은 원문에서 8자리를 고르되, Global 검색 주제마다 1자리를 먼저 맡겨 주제가 통째로 잘리지 않게 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select_final_chunks)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select_final_chunks(scored: list[dict], limit: int = 8) -&gt; list[dict]: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by_score = sorted(scored, key=lambda row: row["score"], reverse=True)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chosen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chosen_ids = set()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topics = sorted({topic for row in scored for topic in row.get("topic_ids", [])})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for topic in topics: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len(chosen) &gt;= limit: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break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for row in by_score: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if topic in row.get("topic_ids", []) and row["chunk_id"] not in chosen_ids: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chosen.append(row)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chosen_ids.add(row["chunk_id"])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break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row in by_score: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len(chosen) &gt;= limit: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break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row["chunk_id"] not in chosen_ids: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chosen.append(row)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chosen_ids.add(row["chunk_id"])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sorted(chosen, key=lambda row: row["score"], reverse=True)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008024"/>
          </a:xfrm>
          <a:prstGeom prst="roundRect">
            <a:avLst>
              <a:gd name="adj" fmla="val 725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점수 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 기준 리랭커 점수가 큰 순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836824"/>
            <a:ext cx="4251960" cy="1271422"/>
          </a:xfrm>
          <a:prstGeom prst="roundRect">
            <a:avLst>
              <a:gd name="adj" fmla="val 575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주제 목록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원문에 붙은 주제 id(T1, T2 …)를 이름순으로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199687"/>
            <a:ext cx="4251960" cy="1008024"/>
          </a:xfrm>
          <a:prstGeom prst="roundRect">
            <a:avLst>
              <a:gd name="adj" fmla="val 725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주제마다 1자리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주제의 최고 점수 원문을 먼저 넣음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299151"/>
            <a:ext cx="4251960" cy="1008024"/>
          </a:xfrm>
          <a:prstGeom prst="roundRect">
            <a:avLst>
              <a:gd name="adj" fmla="val 725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남은 자리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남은 자리는 점수 순으로 채움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81921" y="6398616"/>
            <a:ext cx="4251960" cy="1008024"/>
          </a:xfrm>
          <a:prstGeom prst="roundRect">
            <a:avLst>
              <a:gd name="adj" fmla="val 725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점수 순으로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고른 원문을 점수 내림차순으로 돌려줌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⑦ 수집 종료 판정 – 코드 재확인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 질문의 핵심 낱말 두 개로 모은 원문을 다시 확인함. 한 문장에 함께 있거나 관계 하나로 이어져야 통과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recheck_question)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recheck_question(terms: list[str], chunks: list[dict], chunk_entities: dict, entity_texts: dict,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     links: set)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texts = [chunk["text"] for chunk in chunks]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len(terms) &lt; 2: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found = bool(terms) and any(terms[0].replace(" ", "") in t.replace(" ", "") for t in texts)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{"passed": found, "rule": "낱말 1개", "detail": f"「{terms[0] if terms else '-'}」 {'있음' if found else '없음'}"}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a, b = terms[0], terms[1]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together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count_cooccur(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a, b, texts)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together &gt;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{"passed": True, "rule": "조건 ①", "detail": f"「{a}」와 「{b}」가 한 문장에 함께({together}문장)"}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entity_a, entity_b, where in candidate_pairs(a, b, chunks, chunk_entities, entity_texts):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entity_a != entity_b and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frozenset((entity_a, entity_b)) in links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return {"passed": True, "rule": "조건 ②", "detail": f"「{a}」와 「{b}」가 관계 하나로 이어짐({where})"}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{"passed": False, "rule": "-", "detail": f"「{a}」와 「{b}」를 잇는 근거 없음"}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008024"/>
          </a:xfrm>
          <a:prstGeom prst="roundRect">
            <a:avLst>
              <a:gd name="adj" fmla="val 725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짧은 질문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낱말이 1개 이하면 그 낱말이 원문에 있는지만 봄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836824"/>
            <a:ext cx="4251960" cy="1008024"/>
          </a:xfrm>
          <a:prstGeom prst="roundRect">
            <a:avLst>
              <a:gd name="adj" fmla="val 725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조건 ①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낱말이 한 문장에 함께 나온 문장 수. 1개 이상이면 통과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3936289"/>
            <a:ext cx="4251960" cy="1271422"/>
          </a:xfrm>
          <a:prstGeom prst="roundRect">
            <a:avLst>
              <a:gd name="adj" fmla="val 575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조건 ② 후보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a를 가진 엔티티와 b를 가진 엔티티의 쌍(서로 다른 두 원문, 또는 두 엔티티의 속성)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299151"/>
            <a:ext cx="4251960" cy="1008024"/>
          </a:xfrm>
          <a:prstGeom prst="roundRect">
            <a:avLst>
              <a:gd name="adj" fmla="val 725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관계 하나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엔티티가 관계 하나로 이어지면 통과. IN_COMMUNITY는 관계로 치지 않음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81921" y="6398616"/>
            <a:ext cx="4251960" cy="1008024"/>
          </a:xfrm>
          <a:prstGeom prst="roundRect">
            <a:avLst>
              <a:gd name="adj" fmla="val 7257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불통과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 다 아니면 불통과 → ⑩ 확인할 수 없음. Jev가 살리지 않음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⑧ 답변 생성 – LCEL 체인과 구조화 출력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근거만으로 답하게 하고, 답은 문장마다 인용 id를 단 구조화 객체(GroundedAnswer)로 받음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AnswerSentence, GroundedAnswer, generate_answer)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class AnswerSentence(BaseModel):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text: str = Field(description="답의 문장 하나. 근거에 있는 숫자와 조항 번호는 그대로 옮김")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citation_ids: list[str] = Field(description="이 문장의 근거 id 목록. 예: [\"c2\"], 보고서는 [\"r1\"]")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class GroundedAnswer(BaseModel):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sentences: list[AnswerSentence] = Field(description="답의 문장들. 근거로 답할 수 없으면 빈 목록")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generate_answer(llm, prompt, question: str, evidence_text: str, feedback: str, premise_note: str) -&gt; GroundedAnswer: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structured = llm.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with_structured_output(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GroundedAnswer, method="json_schema", strict=True)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chain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prompt | structured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chain.invoke({"question": question, "evidence": evidence_text, "feedback": feedback or "없음",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         "premise_note": premise_note or "없음"})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문장마다 인용 id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「c1」 같은 근거 id 목록. ⑨가 이 칸으로 검증함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942184"/>
            <a:ext cx="4251960" cy="849986"/>
          </a:xfrm>
          <a:prstGeom prst="roundRect">
            <a:avLst>
              <a:gd name="adj" fmla="val 8606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답의 문장들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근거로 답할 수 없으면 빈 목록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3883609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구조화 출력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스키마의 칸을 채운 객체로 답함(문자열 파싱 없음)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088433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LCEL 체인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프롬프트와 구조화 모델을 이어(파이프 기호) 한 번 부름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81921" y="6293256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재작성 피드백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⑨가 찾은 실패 사유를 넣어 다시 씀(최대 2회)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⑨ 근거 검증 –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LLM이 아니라 규칙으로 답을 근거와 대조함. 실패 사유가 하나라도 있으면 ⑧이 그 사유를 받아 다시 씀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verify_answer)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verify_answer(answer: GroundedAnswer, evidence: dict) -&gt; list[str]: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failures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number, sentence in enumerate(answer.sentences, start=1):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cited = sentence.citation_ids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not cited: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failures.append(f"문장 {number}: 인용 id 없음")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continue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missing = [cid for cid in cited if cid not in evidence]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missing: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failures.append(f"문장 {number}: 근거 목록에 없는 id {missing}")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continue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cited_text = " ".join(evidence[cid]["text"] for cid in cited).replace(" ", "").replace(",", "")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values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CLAUSE_PATTERN.findall(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sentence.text) +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NUMBER_PATTERN.findall(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sentence.text)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for value in values: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flat = value.replace(" ", "").replace(",", "")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digits = re.sub(r"[^\d.]", "", flat)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if flat not in cited_text and digits not in cited_text: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failures.append(f"문장 {number}: {', '.join(cited)}에 {value.strip()} 없음")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any(evidence[cid]["kind"] == "report" for cid in cited):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if not any(word in sentence.text for word in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TREND_WORDS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failures.append(f"문장 {number}: 보고서 인용은 경향 문장에만 씀")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failures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902665"/>
          </a:xfrm>
          <a:prstGeom prst="roundRect">
            <a:avLst>
              <a:gd name="adj" fmla="val 810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인용 없음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문장마다 인용 id가 있어야 함(검사 ①)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731465"/>
            <a:ext cx="4251960" cy="1166063"/>
          </a:xfrm>
          <a:prstGeom prst="roundRect">
            <a:avLst>
              <a:gd name="adj" fmla="val 6273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없는 id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목록에 없는 id를 인용하면 실패(검사 ①)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3988968"/>
            <a:ext cx="4251960" cy="902665"/>
          </a:xfrm>
          <a:prstGeom prst="roundRect">
            <a:avLst>
              <a:gd name="adj" fmla="val 810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숫자와 조항 번호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답의 숫자와 조항 번호를 뽑음(검사 ②)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4983074"/>
            <a:ext cx="4251960" cy="1166063"/>
          </a:xfrm>
          <a:prstGeom prst="roundRect">
            <a:avLst>
              <a:gd name="adj" fmla="val 6273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원문에 그대로 있나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인용한 원문에 없으면 「c2에 7일 없음」 같은 사유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81921" y="6240577"/>
            <a:ext cx="4251960" cy="1166063"/>
          </a:xfrm>
          <a:prstGeom prst="roundRect">
            <a:avLst>
              <a:gd name="adj" fmla="val 6273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보고서 인용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보고서를 인용한 문장은 경향 낱말이 있어야 함(검사 ③)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검색: ⑩ 종료 상태 –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어디서 끝나든 종료 상태 이름과 끝난 이유를 함께 돌려줌. 「확인할 수 없음」도 정상 종료임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END_STATES, make_end_state)</a:t>
            </a:r>
            <a:endParaRPr lang="en-US" sz="15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END_STATES = {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"error": ("오류", "권한이 없거나 검색할 세대가 준비되지 않아 시작하지 못함"),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"no_search": ("검색 불필요", "인사나 잡담이라 찾을 필요가 없음"),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"need_clarification": ("확인 필요", "무엇을 묻는지 모호해 다시 물어봄"),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"unverifiable": ("확인할 수 없음", "찾아봤지만 질문을 뒷받침하는 근거가 없어 지어내지 않고 멈춤"),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"evidence_only": ("검색 결과", "답변 생성을 끈 요청이라 근거 목록만 돌려줌"),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"answered": ("답변 완료", "근거로 답을 만들고 검증까지 통과"),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"answered_with_warning": ("확인 필요(2회 소진)", "답을 두 번 다시 써도 검증을 통과하지 못해 답과 경고를 함께 줌"),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"generation_failed": ("생성 실패", "답을 만드는 LLM이 실패해 근거 목록만 줌"),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make_end_state(end_code: str, reason: str, answer_text: str, evidence: list[dict], warnings: list[str])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name, meaning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END_STATES[end_code]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{"status": name, "code": end_code, "meaning": meaning, "reason": reason, "answer": answer_text or "",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"evidence": evidence, "warnings": warnings}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414589"/>
          </a:xfrm>
          <a:prstGeom prst="roundRect">
            <a:avLst>
              <a:gd name="adj" fmla="val 517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종료 상태 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→ (이름, 뜻). 교재 79쪽 표와 같은 7가지(+ 생성 실패)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3243389"/>
            <a:ext cx="4251960" cy="1414589"/>
          </a:xfrm>
          <a:prstGeom prst="roundRect">
            <a:avLst>
              <a:gd name="adj" fmla="val 517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확인할 수 없음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근거가 없어 지어내지 않고 멈춤. 실패가 아니라 정상 종료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749419"/>
            <a:ext cx="4251960" cy="1151191"/>
          </a:xfrm>
          <a:prstGeom prst="roundRect">
            <a:avLst>
              <a:gd name="adj" fmla="val 635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이름과 뜻 꺼내기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끝난 자리에서 넘긴 코드로 표를 찾음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992050"/>
            <a:ext cx="4251960" cy="1414589"/>
          </a:xfrm>
          <a:prstGeom prst="roundRect">
            <a:avLst>
              <a:gd name="adj" fmla="val 517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돌려줄 것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이름, 뜻, 이유, 답, 근거 목록, 경고. main이 Opus 비용을 덧붙여 화면에 찍음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 검색 교재 코드 예시</dc:title>
  <dc:subject>PptxGenJS Presentation</dc:subject>
  <dc:creator>hybrid-ai 교육팀</dc:creator>
  <cp:lastModifiedBy>hybrid-ai 교육팀</cp:lastModifiedBy>
  <cp:revision>1</cp:revision>
  <dcterms:created xsi:type="dcterms:W3CDTF">2026-10-25T10:11:48Z</dcterms:created>
  <dcterms:modified xsi:type="dcterms:W3CDTF">2026-10-25T10:11:48Z</dcterms:modified>
</cp:coreProperties>
</file>