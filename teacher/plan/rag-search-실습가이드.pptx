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1: RAG 검색 실습: 무엇을 만들고 어떻게 진행하나
교재 150쪽 고정 워크플로우 6단계가 그대로 코드가 됨. 분기는 모두 미리 그린 if이고 반복은 고정 상한임
레이어드 구조 없이 main 1개(search_docs.py)와 핵심 모듈 1개(core_search.py)로 짬. 교육생은 핵심 모듈의 함수 10개를 클론 코딩함
외부 API가 실패하면 대체 경로로 넘어가지만, 교육생 실습 함수의 오류는 감추지 않고 그대로 화면에 띄움
상세 문서: https://github.com/unicorn-campus/hybrid-ai/blob/main/teacher/plan/rag-search-실습가이드.md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2: 사전 준비 4가지와 수업에서 쓰는 명령 2개
사전 준비가 끝났는지는 Q01 실행 한 번으로 확인함. 시작 검사가 빠진 것과 할 일을 출력함
키는 dotenv_values()로 읽어 클라이언트에 인자로만 넘김. 환경변수에 올리지 않고 화면에 찍지 않음
Cohere 체험 키는 리랭크가 분당 10회이고 복합 질문 한 번에 리랭크가 최대 6번이라 수업 중에는 조별 1대로 실행함
가상환경 활성화는 터미널 창마다 한 번 함. Git Bash는 source .venv/Scripts/activate, macOS와 Linux는 source .venv/bin/activate
PowerShell의 Bypass는 지금 창에서만 허용함. 계속 허용하려면 Set-ExecutionPolicy -Scope CurrentUser -ExecutionPolicy RemoteSigned
같은 질문도 LLM 값은 실행마다 조금 다를 수 있음. 강사와는 대상 청크 수, 판정, 종료 상태로 비교함
상세 문서: https://github.com/unicorn-campus/hybrid-ai/blob/main/hands-on/solutions/rag/retriever/README.md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3: 교시 2: ① 권한 필터, ② 분류, ③ 벡터(실습 함수 3개)
①은 회원번호를 가명 ID로 바꾼 뒤(제공 member_pseudonym) 필터를 만듦. 색인에는 회원번호 없이 가명 ID만 있음
apply_plan_rules는 규칙 5개 중 3곳이 빈칸임. 조건 낱말과 업무 낱말 뽑기는 제공 함수(condition_terms, domain_terms)가 함
search_vector 한 번 호출이 질의 임베딩(Cohere 1번)과 필터를 건 근사 검색을 함께 함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4: 교시 3: ③ BM25, 융합, 리랭크(실습 함수 3개)
search_bm25는 점수 배열 순서가 chunks와 같음. weight_mask를 넘기면 권한 밖 청크는 0점이 되어 0점을 버리는 것만으로 걸러짐
fuse_weighted의 정규화(_normalize_scores)와 묶기(_merge_lists, _build_fused_list)는 제공 함수임. 어느 검색에서 왔는지(found_in)가 남음
rerank는 원 질의 기준임. 질문 변환으로 검색 문장이 바뀌어도 관련성은 원래 물음으로 잼. Cohere 리랭크 API를 1번 부름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5: 교시 4: ④ 채점과 질문 변환, ⑤ 답변, ⑥ 검증(함수 4개)
grade는 LLM 없이 규칙만 씀. 신호 계산(build_signals)은 제공 함수임. 기준값은 상한 0.7, 하한 0.3, 격차 0.05, 겹침 1임
apply_transform_rules는 LLM이 고른 기법에 금지 규칙을 씌움. 교시 4가 넘치면 이 함수를 숙제로 돌림
verify_answer의 실패 사유는 문장 번호를 1부터 적어 ⑤ 재작성 프롬프트로 그대로 넘어감. 재작성은 최대 2회임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6: 본인 코드로 바꿔 끼우기: import 한 줄과 USE_TEACHER_CODE 목록
W3 인덱싱 실습과 같은 방식임(import 한 줄 + 함수 단위로 강사 코드 대체). 인덱싱을 my_indexing.py로 했다면 core_indexing import도 바꿈
실습 중에는 함수 하나를 고칠 때마다 질문 한두 개만 돌려 API 호출을 아낌. 수정 반복에는 --no-answer를 씀
제출 화면에는 ① ~ ⑥ 출력과 마지막 호출 횟수 줄이 보이게 캡처함
상세 문서: https://github.com/unicorn-campus/hybrid-ai/blob/main/hands-on/solutions/rag/retriever/my_search.py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teacher/plan/rag-search-&#49892;&#49845;&#44032;&#51060;&#46300;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/retriever/README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/retriever/core_searc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/retriever/core_searc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/retriever/core_searc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rag/retriever/my_searc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검색 실습: 무엇을 만들고 어떻게 진행하나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인덱싱 실습이 만든 색인을 읽어 교재 150쪽 워크플로우 6단계를 돌리고, LLM은 제안만 하고 결정은 코드 규칙이 맡음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9494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것(교재 150쪽 워크플로우)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049" y="2316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95121" y="2240280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필터: 역할과 회원으로 볼 수 있는 청크만 남김(벡터는 Chroma 필터, BM25는 마스크)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9321" y="2923032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9" y="299923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95121" y="2923032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Adaptive 분류: LLM이 유형을 제안하고 코드 규칙이 잡담, 단순, 복합으로 확정함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321" y="3605784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9" y="3681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95121" y="3605784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검색: 벡터 + BM25를 6 : 4로 융합한 뒤 Cohere 리랭크로 근거 5개를 고름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9321" y="4288536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9" y="436473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95121" y="4288536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CRAG 채점: 신호로 정확, 불확실, 부정확을 판정, 불확실이면 질문 변환 후 재검색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9321" y="4971288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9" y="5047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95121" y="4971288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생성: 근거만으로 문장마다 청크ID와 인용문을 달아 씀(Groq)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9321" y="5654040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9" y="57302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95121" y="5654040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Self-RAG 검증: 인용문을 근거 본문과 글자 대조, 실패면 ⑤ 재작성 최대 2회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7361" y="173736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흐름(4교시)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7361" y="2240280"/>
          <a:ext cx="6446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290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실습 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 이론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 144 ~ 174쪽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② ③ 벡터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3개(빈칸 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BM25, 융합, 리랭크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3개(직접 2, 빈칸 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⑤ 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4개(직접 2, 빈칸 2)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687361" y="429768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방식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87361" y="4800600"/>
            <a:ext cx="644652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함수(직접 4, 빈칸 6)를 my_search.py에 채움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채운 함수는 강사 코드가 대신 돌아 늘 끝까지 완주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함수를 고칠 때마다 질문 한두 개만 실행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제안만 하고, 받아들일지는 코드 규칙이 정함. 채점과 검증은 LLM 없이 규칙으로만 함(교재 152쪽)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0" name="Text 27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『신한카드 하이브리드AI_W01 ~ W04』 144 ~ 174쪽, teacher/plan/rag-search-개발계획서.md 4장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 4가지와 수업에서 쓰는 명령 2개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 검사가 색인 폴더와 키를 확인하고 모자란 것을 알려 주며, 로컬 모델 없이 임베딩, 리랭크, LLM 모두 API로 호출함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준비(수업 전)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5077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5077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실습 완료(chroma, bm25 폴더). 없으면 강사 배포본 복사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2689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5364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5364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2689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저장소를 통째로 clone(secrets, eval-set.json 상대 경로)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42976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5651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5651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42976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폴더에서 가상환경 활성화: .venv\Scripts\Activate.ps1(README 3장)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53263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55938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53263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secrets/.env에 키 2줄: GROQ, COHERE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92801" y="1737360"/>
            <a:ext cx="8641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수업용 명령 2개(활성화 뒤 retriever 폴더에서)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92801" y="2240280"/>
            <a:ext cx="864108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search_docs.py --qid Q01</a:t>
            </a:r>
            <a:endParaRPr lang="en-US" sz="1500" dirty="0"/>
          </a:p>
          <a:p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질문을 ① ~ ⑥ 끝까지(약 4초). 「답변 완료」를 봄</a:t>
            </a:r>
            <a:endParaRPr lang="en-US" sz="1500" dirty="0"/>
          </a:p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search_docs.py --qid Q18</a:t>
            </a:r>
            <a:endParaRPr lang="en-US" sz="1500" dirty="0"/>
          </a:p>
          <a:p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없는 질문이 지어내지 않고 되묻기 또는 「확인 필요」로 끝남. 프롬프트에 (.venv)가 없으면 먼저 활성화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92801" y="4206240"/>
          <a:ext cx="8641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886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것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Q01(강사 PC)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권한 필터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역할, BM25 대상 청크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agent, 212개(전체 260개 중)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리랭크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융합 n위 → 리랭크 m위, 점수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D1-0007이 1위, 0.908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CRAG 채점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신호와 기준값,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판정 정확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 검증, 종료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결과, 종료 상태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통과, 답변 완료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PowerShell에서 활성화가 막히면 먼저 Set-ExecutionPolicy -Scope Process -ExecutionPolicy Bypass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7" name="Text 24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hands-on/solutions/rag/retriever/README.md 3 ~ 5장, 2026-10-26 강사 PC 실측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2: ① 권한 필터, ② 분류, ③ 벡터(실습 함수 3개)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함수 모두 빈칸 채우기이고, 권한 필터와 분류 규칙, 벡터 검색 호출의 「무엇을 어떤 순서로 쓰나」가 개념임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822960"/>
                <a:gridCol w="448056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build_chroma_filter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agent는 public만($eq), auditor + 회원은 그 회원의 restricted만($and)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apply_plan_rules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 낱말 있는 잡담은 단순, 하위 질문 앞 3개, 조건 낱말 집합 빼기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벡터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search_vector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similarity_search_with_score(질의, k, filter), 거리를 점수로 바꿈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Q14: BM25 대상 4개, agent는 212개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「안녕하세요」: 잡담, 검색 0회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Q01: 정답 청크 점수 0.45 ~ 0.6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권한은 LLM이 아니라 코드가 검색 전에 정함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제안만, 받아들일지는 규칙이 정함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점수는 절댓값보다 순위를 봄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필터는 검색 전에 코드가 만들고, 벡터는 Chroma 필터, BM25는 0과 1 마스크로 거름(교재 151쪽)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hands-on/solutions/rag/retriever/core_search.py, README.md 5, 6장, 교재 151 ~ 160쪽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3: ③ BM25, 융합, 리랭크(실습 함수 3개)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BM25 정렬과 가중합 융합은 순수 파이썬 논리라 직접 작성이고, 리랭크 API 호출만 빈칸 채우기임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822960"/>
                <a:gridCol w="448056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1433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BM25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search_bm25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청크별 점수, 0점은 버림, 내림차순 정렬, 앞 top_n개를 dict로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44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융합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fuse_weighted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 ~ 1로 정규화 뒤 벡터 0.6 + BM25 0.4, 없는 쪽은 0점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433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리랭크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rerank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cohere_client.rerank(model, query, documents, top_n), index로 후보 찾기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BM25: 카드명이 한 토큰(한빛모아생활)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융합: 양쪽 1위면 1.0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리랭크: 정답 0.7 이상, 무관 0.3 이하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점수는 상한이 없음(0 ~ 수십)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점수를 0 ~ 1로 맞춘 뒤 합침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리랭크는 질문과 청크를 한 쌍으로 채점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점수는 0 ~ 수십이라 그대로 더하면 BM25가 결과를 좌우함. 그래서 정규화 뒤 6 : 4로 합침(교재 161쪽)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hands-on/solutions/rag/retriever/core_search.py, README.md 5, 6장, 교재 157 ~ 166쪽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4: ④ 채점과 질문 변환, ⑤ 답변, ⑥ 검증(함수 4개)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채점과 근거 검증은 직접 작성, 질문 변환 금지 규칙과 LCEL 체인은 빈칸 채우기임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822960"/>
                <a:gridCol w="448056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915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채점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부정확(하나라도), 정확(모두), 나머지는 불확실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질문 변환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apply_transform_rules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섞임이면 clarify, 같은 질의 제외, HyDE와 Step-Back은 원 질의 포함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075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generate_answer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with_structured_output(GroundedAnswer), LCEL 체인으로 프롬프트와 모델 잇기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verify_answer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청크ID 있음, 근거에 있음, 인용문이 본문에 글자 그대로 있음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Q01: 검증 통과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Q18: 「확인 필요:」만 나오고 ⑥ 건너뜀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불확실이면 질문 변환, 재검색 1/1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결과면 언제나 같은 판정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규칙은 LLM 답과 상관없이 적용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「확인 필요」도 정상 종료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검증은 인용문이 본문에 글자 그대로 있는지만 봄. 인용은 맞는데 해석이 틀린 답은 못 거름(README 9장)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hands-on/solutions/rag/retriever/core_search.py, README.md 5, 6, 9장, 교재 149, 167 ~ 174쪽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코드로 바꿔 끼우기: import 한 줄과 USE_TEACHER_CODE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채운 함수는 강사 코드가 대신 돌므로 한 함수씩 채우며 전체를 끝까지 돌려 볼 수 있음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30936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교체 절차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4048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search_docs.py의 import 한 줄을 import my_search as core 로 바꿈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06324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22783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063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my_search.py 맨 아래 USE_TEACHER_CODE 목록에서 채울 함수 이름을 지움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388620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0507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388620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함수를 채우고(raise 줄은 지움) 확인 명령으로 실행함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470916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4873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470916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기준(대상 청크 수, 판정, 종료 상태)을 강사 결과와 비교함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9321" y="553212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1" y="569671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1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9401" y="553212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이름을 목록에 다시 넣고 다음 함수로 넘어감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7281" y="173736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47281" y="2240280"/>
            <a:ext cx="708660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USE_TEACHER_CODE가 빈 my_search.py로 Q01이 「답변 완료」, ⑥ 검증 통과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Q18이 되묻기 또는 「확인 필요」로 끝남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Q14의 BM25 대상 4개, --role agent는 212개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제출: my_search.py와 Q01, Q18 실행 화면 캡처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7281" y="411480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막혔을 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7281" y="4617720"/>
            <a:ext cx="708660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NotImplementedError 빈칸 N: 아직 안 채움 또는 raise 줄을 안 지움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429(호출 제한): 1 ~ 2분 뒤 다시, 수정 반복은 --no-answer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강사와 답 문장이 다름: 정상(판정으로 비교)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함수에서 예외가 나면 감추지 않고 Traceback을 그대로 보여 주고 그 질문만 「오류」로 끝남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hands-on/solutions/rag/retriever/my_search.py, README.md 6장과 8장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검색 실습 가이드</dc:title>
  <dc:subject>PptxGenJS Presentation</dc:subject>
  <dc:creator>hybrid-ai 교육팀</dc:creator>
  <cp:lastModifiedBy>hybrid-ai 교육팀</cp:lastModifiedBy>
  <cp:revision>1</cp:revision>
  <dcterms:created xsi:type="dcterms:W3CDTF">2026-10-25T23:16:58Z</dcterms:created>
  <dcterms:modified xsi:type="dcterms:W3CDTF">2026-10-25T23:16:58Z</dcterms:modified>
</cp:coreProperties>
</file>