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1: RAGAS 평가 실습: 무엇을 만들고 어떻게 진행하나
평가 단위는 버전임. 버전은 하이퍼 파라미터 값 한 묶음이고, 한 번에 하나만 바꾸고 나머지는 기준선 값으로 고정함
화면에는 ① ~ ⑤ 순서로 나오지만 교시 3에서는 ⑤ 비교를 ④ LLM 평가보다 먼저 실습함. 코드 지표만으로 비교표가 나오기 때문임
레이어드 구조 없이 main 1개(evaluate_rag.py)와 핵심 모듈 1개(core_eval.py)로 짬. 교육생은 핵심 모듈의 함수 9개를 클론 코딩함
한계도 함께 말함: 답 있는 8문항 중 6문항이 정답 근거 1개라 한 문항이 바뀌면 평균이 0.125 움직임. 이보다 작은 차이는 의미를 두지 않음
상세 문서: https://github.com/unicorn-campus/hybrid-ai/blob/main/teacher/plan/ragas-실습가이드.md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2: 사전 준비 4가지와 수업에서 쓰는 명령 2개
ragas 0.4.3은 langchain-community 0.3 계열을 요구하고 RAG 실습은 0.4 계열을 써서 가상환경을 따로 둠. rag/.venv로 실행하면 import가 깨짐
사전 준비가 끝났는지는 python evaluate_rag.py --param top_k --values 5 --until run --qid Q01 한 번으로 확인함. 시작 검사가 빠진 것과 할 일을 출력함
키는 dotenv_values()로 읽어 클라이언트에 인자로만 넘김. 화면과 결과 파일에 찍지 않음
가상환경 활성화는 터미널 창마다 한 번 함. Git Bash는 source .venv/Scripts/activate, macOS와 Linux는 source .venv/bin/activate
전체 실행(10문항 × 3버전)은 시간이 길고 호출 제한(429)에 걸리기 쉬워 조별 1대만 함. 실측값은 README 7장
상세 문서: https://github.com/unicorn-campus/hybrid-ai/blob/main/hands-on/solutions/ragas/README.md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3: 교시 1: 결과 읽기, 점수보다 기준선 대비 변화를 봄
결과 파일은 results/top_k/evaluate_{YYMMDDHHMM}_{vNN}.md이고 버전마다 1개임. 파일마다 같은 비교표가 있어 하나만 열어도 비교됨
평균은 문항마다 점수를 먼저 내고 그 평균을 냄(매크로 평균). None과 nan은 평균에서 뺌. 평균만 보면 0점 문항이 가려지므로 문항별 표를 함께 봄
한 문항이 바뀌면 Recall 평균이 1 ÷ 8 = 0.125 움직임. 그래서 최소 식별 변화를 0.125로 안내함
강사 화면으로 결과 파일을 읽는 시연이 10분임. 전체 실행의 실측값은 README 7장에 정리됨
상세 문서: https://github.com/unicorn-campus/hybrid-ai/blob/main/hands-on/solutions/ragas/README.md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4: 교시 2: ① 버전, ② 결과 정보, ③ 코드 평가(실습 함수 5개)
줄 수는 정답 코드 전체의 줄 수(주석과 빈 줄 제외). 직접 작성 함수는 이만큼 쓰고, 빈칸 함수는 빈칸 몇 줄만 채움
build_versions는 같은 값을 한 번만 버전으로 만들고, 기준선이 값 목록에 없으면 ValueError를 냄. 기준선을 돌려야 비교할 잣대가 생기기 때문임
make_result_row의 질문은 main이 회원번호를 지운 것이고 답변은 인용 표시를 뺀 것임. 평가자가 이를 근거에 없는 주장으로 세어 Faithfulness가 0이 되는 일을 막음(README 5.3장)
find_hits는 compact_text로 공백을 모두 지우고 대조함. 4위 청크의 정답 근거 ①을 두 번 세면 Recall이 1.00으로 틀려지고 --selftest가 잡아 줌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5: 교시 3: ⑤ 버전 비교와 ④ LLM 평가(실습 함수 4개)
줄 수는 정답 코드 전체의 줄 수(주석과 빈 줄 제외)임
④ 읽기 구간 5분 해설: main의 @experiment 실험 함수가 행마다 score_row를 부르고 arun이 문항 × 지표 표로 모음. 동시에 2행만 채점해 429를 피함
AnswerRelevancy만 임베딩(Cohere embed-v5.0-fast)을 함께 씀. 평가자 LLM은 Groq qwen/qwen3.8-27b로 답변 LLM과 다른 모델이라 자기 채점이 아님
score_row 안의 예외는 Traceback이 아니라 Warning: Task failed with error 한 줄로 나오고 그 행이 채점 실패로 남음
교시 3이 넘치면 diagnose를 숙제로 돌림. 다른 함수와 독립임
상세 문서: https://github.com/unicorn-campus/hybrid-ai/blob/main/hands-on/solutions/ragas/core_eval.py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6: 본인 코드로 바꿔 끼우기: --mine 옵션과 USE_TEACHER_CODE 목록
앞선 실습들과 같은 뜻의 --mine임(이 프로그램의 실습 함수를 내 코드로). 이번에는 import 줄을 고치지 않고 옵션만 붙임. 처음 한 번 my_eval.template.py를 my_eval.py로 복사하고 my_eval.py는 Git이 무시해 pull 충돌이 없음
시작 화면의 [실습 함수] my_eval이 내 파일로 돌고 있다는 표시임. 검색기는 언제나 core_search(강사 코드)임
실습 중에는 함수 하나를 고칠 때마다 --qid와 --until로 줄여 API 호출을 아낌. 전체 실행(10문항 × 3버전)은 조별 1대만 함
예외 하나 주의: score_row 안의 예외만 Traceback이 아니라 경고 한 줄로 나오고 그 행이 채점 실패로 표시됨
상세 문서: https://github.com/unicorn-campus/hybrid-ai/blob/main/hands-on/solutions/ragas/my_eval.template.py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teacher/plan/ragas-&#49892;&#49845;&#44032;&#51060;&#46300;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ragas/README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ragas/README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ragas/core_eval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ragas/core_eval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ragas/my_eval.template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RAGAS 평가 실습: 무엇을 만들고 어떻게 진행하나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설정 하나만 바꾼 버전들을 같은 평가셋과 지표로 채점해 기준선과 비교하고 원인을 찾음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69494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것(교재 177쪽 버전 비교 평가)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6949440" cy="746150"/>
          </a:xfrm>
          <a:prstGeom prst="roundRect">
            <a:avLst>
              <a:gd name="adj" fmla="val 9804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049" y="2384755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95121" y="2240280"/>
            <a:ext cx="612648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만들기: 값 목록(top_k 3, 5, 10)을 버전 v01, v02, v03으로 만들고 기준선에 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9321" y="3059582"/>
            <a:ext cx="6949440" cy="746150"/>
          </a:xfrm>
          <a:prstGeom prst="roundRect">
            <a:avLst>
              <a:gd name="adj" fmla="val 9804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9" y="320405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95121" y="3059582"/>
            <a:ext cx="612648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검색기 실행: 버전마다 문항마다 강사 검색기를 돌려 결과 정보 4칸을 만듦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321" y="3878885"/>
            <a:ext cx="6949440" cy="746150"/>
          </a:xfrm>
          <a:prstGeom prst="roundRect">
            <a:avLst>
              <a:gd name="adj" fmla="val 9804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9" y="40233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95121" y="3878885"/>
            <a:ext cx="612648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평가: 정답 단서를 글자로 대조해 Hit, Recall, MRR, nDCG 계산(LLM 없음)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9321" y="4698187"/>
            <a:ext cx="6949440" cy="746150"/>
          </a:xfrm>
          <a:prstGeom prst="roundRect">
            <a:avLst>
              <a:gd name="adj" fmla="val 9804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9" y="484266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95121" y="4698187"/>
            <a:ext cx="612648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평가: 평가자 LLM이 위, 정, 출, 관, 답 5지표를 채점(ragas 0.4.3)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321" y="5517490"/>
            <a:ext cx="6949440" cy="746150"/>
          </a:xfrm>
          <a:prstGeom prst="roundRect">
            <a:avLst>
              <a:gd name="adj" fmla="val 9804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9" y="5661965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95121" y="5517490"/>
            <a:ext cx="612648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비교: 버전별 평균과 기준선 대비 ▲, ▼, 변화 없음, 원인 후보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7361" y="1737360"/>
            <a:ext cx="64465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흐름(3교시)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7361" y="2240280"/>
          <a:ext cx="6446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2900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실습 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 이론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 176 ~ 193쪽, 결과 읽기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② ③ 버전, 결과 정보, 코드 평가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5개(직접 3, 빈칸 2)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비교, ④ LLM 평가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4개(직접 1, 빈칸 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687361" y="4297680"/>
            <a:ext cx="64465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방식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687361" y="4800600"/>
            <a:ext cx="6446520" cy="146304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함수(직접 4, 빈칸 5)를 my_eval.py에 채움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채운 함수는 강사 코드가 대신 돌아 늘 끝까지 완주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검색기는 언제나 강사 코드(--mine은 평가 함수만 바꿈)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하나만 바꿔 같은 평가셋과 지표로 기준선과 비교함(교재 177쪽)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27" name="Text 24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『신한카드 하이브리드AI_W01 ~ W04』 176 ~ 193쪽, teacher/plan/ragas-개발계획서.md 1장, 4장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준비 4가지와 수업에서 쓰는 명령 2개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폴더 전용 가상환경을 쓰고, 시작 검사가 색인, 키, 정답 단서를 확인해 빠진 것을 알려 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47548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준비(수업 전)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481" y="25077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646481" y="25077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9401" y="22402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 실습 완료(chroma, bm25 폴더). 없으면 강사 배포본 복사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1" y="32689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1" y="35364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1" y="35364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9401" y="32689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저장소를 통째로 clone(secrets, eval-set.json 상대 경로)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321" y="42976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1" y="45651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1" y="45651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9401" y="42976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ragas 폴더의 .venv 활성화(rag/.venv가 아님, README 3장)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321" y="53263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1" y="55938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1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9401" y="53263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secrets/.env에 키 2줄: GROQ, COHERE(평가자도 Groq)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92801" y="1737360"/>
            <a:ext cx="8641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수업용 명령 2개(활성화 뒤 ragas 폴더에서)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92801" y="2240280"/>
            <a:ext cx="864108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evaluate_rag.py --selftest</a:t>
            </a:r>
            <a:endParaRPr lang="en-US" sz="1500" dirty="0"/>
          </a:p>
          <a:p>
            <a:pPr algn="l"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없이 교재 181쪽 예로 계산 함수를 점검함. 끝에 「맞음 12/12」를 봄</a:t>
            </a:r>
            <a:endParaRPr lang="en-US" sz="1500" dirty="0"/>
          </a:p>
          <a:p>
            <a:pPr algn="l"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evaluate_rag.py --param top_k --values 3 5 10 --until code --qid Q01 Q17 Q20</a:t>
            </a:r>
            <a:endParaRPr lang="en-US" sz="1500" dirty="0"/>
          </a:p>
          <a:p>
            <a:pPr algn="l"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3개를 문항 3개로 돌려 코드 4지표와 비교표를 봄(LLM 평가는 건너뜀)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92801" y="4206240"/>
          <a:ext cx="8641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886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봐야 할 것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 기준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버전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v01, v02 ★, v03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기준선은 v02(5)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Q17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정답 근거 3/3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Hit 1, Recall 1.00, MRR 1.00, nDCG 0.97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Q20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「확인 필요」 판정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맞음(지표는 계산 안 함)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PowerShell에서 활성화가 막히면 먼저 Set-ExecutionPolicy -Scope Process -ExecutionPolicy Bypass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27" name="Text 24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hands-on/solutions/ragas/README.md 3 ~ 5장, 2026-10-31 --selftest 실행과 README 5.1장 Q17 값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1: 결과 읽기, 점수보다 기준선 대비 변화를 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고정 합격선 대신 기준선보다 얼마나 달라졌나를 보고, 떨어진 지표 조합으로 고칠 곳을 고름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5120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변화 표시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뜻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정해지는 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28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▲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기준선보다 나아짐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평균 차이가 흔들림 폭보다 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8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기준선보다 나빠짐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평균 차이가 흔들림 폭의 음수보다 작음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28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변화 없음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차이가 흔들림 폭 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초깃값 0.03(--repeat 3이면 LLM 지표는 실측)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8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기준선 자신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 자신과는 비교하지 않음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28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불가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평균을 낼 점수가 없음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모두 None(계산 안 함) 또는 nan(채점 실패)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파일 읽는 순서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요약에서 기준선 대비 ▲, ▼ 찾기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후보 문장 읽기(교재 187쪽 표)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0점 문항은 문항별 표와 상세로 내려감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조심할 점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차이 0.125 미만은 의미를 두지 않음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top_k가 크면 Hit, Recall이 기계적으로 오름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통계적 유의성은 주장하지 않음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0.8점 같은 고정 합격선보다 기준선 대비 변화로 채택 여부를 정함(교재 187쪽)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hands-on/solutions/ragas/README.md 5장, core_eval.py summarize_versions, 교재 177, 187쪽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2: ① 버전, ② 결과 정보, ③ 코드 평가(실습 함수 5개)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버전 만들기와 적중 판정, 지표 계산은 직접 쓰고, 결과 정보 칸 채우기와 nDCG는 빈칸을 채움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822960"/>
                <a:gridCol w="448056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줄 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922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build_versions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 목록을 버전 v01, v02로, 기준선 표시. 기준선이 목록에 없으면 오류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22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make_result_row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결과 본문 목록과 결과 정보 4칸(질문, 모범 답안, 검색 결과, 답변)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327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적중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find_hits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단서를 글자 대조해 적중 순위와 찾은 정답 근거(한 번만 셈)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22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지표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retrieval_metrics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Hit(하나라도 1), Recall(찾은 근거 ÷ 전체), MRR(1 ÷ 첫 적중 순위)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327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nDCG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ndcg_at_k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DCG와 IDCG에 순위 가중치를 더함. nDCG = DCG ÷ IDCG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--selftest: 맞음 12/12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v01=3, v02=5 ★, v03=10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Q17 기준선: 3/3, nDCG 0.97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포인트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하나만 바꿈. 기준선도 함께 돌림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정답 근거는 한 번만 셈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Recall은 청크 수가 아니라 정답 근거 수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4지표는 LLM 없이 글자 대조로 계산해 같은 입력이면 같은 값(교재 180쪽)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hands-on/solutions/ragas/core_eval.py, README.md 6장, 교재 177, 180, 181, 188쪽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3: ⑤ 버전 비교와 ④ LLM 평가(실습 함수 4개)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비교 함수는 직접 쓰고, 원인 고르기와 ragas 지표 만들기와 채점은 빈칸을 채움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822960"/>
                <a:gridCol w="448056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줄 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비교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summarize_versions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문항 점수의 평균, 기준선 대비 차이, ▲ ▼ 판정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원인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diagnose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떨어진(▼) 지표 조합으로 고칠 곳 후보(교재 187쪽 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155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지표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build_metrics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ContextPrecisionWithReference, AnswerRelevancy(llm, embeddings)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채점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score_row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지표마다 읽는 칸이 다름. await로 차례로 채점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--selftest: 맞음 12/12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비교표: 기준선 행은 「-」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Q17: 5지표 점수 5개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포인트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하나만 보면 놓침: 검색과 답변 지표를 함께 봄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지표마다 읽는 칸이 다름(위, 정, 출, 관, 답)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칸 이름이 틀리면 TypeError, 「채점 실패」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점수는 흔들리므로 흔들림 폭보다 큰 차이만 개선으로 봄(교재 177쪽)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hands-on/solutions/ragas/core_eval.py, README.md 6장, 교재 177, 187, 188, 201 ~ 204쪽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코드로 바꿔 끼우기: --mine 옵션과 USE_TEACHER_CODE 목록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채운 함수는 강사 코드가 대신 돌므로 한 함수씩 채우며 끝까지 돌려 볼 수 있음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630936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교체 절차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481" y="240487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646481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9401" y="224028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명령에 --mine을 붙여 실행. my_eval.py가 없으면 템플릿을 복사해 만듦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1" y="306324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1" y="322783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1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9401" y="3063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my_eval.py 맨 아래 USE_TEACHER_CODE 목록에서 채울 함수 이름을 지움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321" y="388620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1" y="405079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1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9401" y="388620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함수를 채우고(raise 줄은 지움) 확인 명령으로 실행함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321" y="470916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1" y="4873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1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9401" y="470916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기준(--selftest 맞음, Q17 값)을 강사 결과와 비교함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9321" y="553212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1" y="569671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1" y="5696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49401" y="553212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이름을 목록에 다시 넣고 다음 함수로 넘어감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7281" y="1737360"/>
            <a:ext cx="708660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47281" y="2240280"/>
            <a:ext cx="708660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--mine --selftest가 「맞음 12/12」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Q17 기준선: Hit 1, Recall 1.00, MRR 1.00, nDCG 0.97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Q20 「확인 필요」 판정 맞음, Q17의 LLM 5지표 점수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제출: my_eval.py와 실행 화면 캡처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7281" y="4114800"/>
            <a:ext cx="708660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막혔을 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7281" y="4617720"/>
            <a:ext cx="708660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NotImplementedError 빈칸 N: 아직 안 채움 또는 raise 줄을 안 지움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429(호출 제한): 1 ~ 2분 뒤 다시, --qid와 --until로 줄임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강사와 LLM 점수가 다름: 정상(코드 4지표는 같아야 함)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함수의 예외는 Traceback 맨 아래 줄에 보임(score_row만 경고 한 줄)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hands-on/solutions/ragas/my_eval.template.py, README.md 4장과 6장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RAGAS 평가 실습 가이드</dc:title>
  <dc:subject>PptxGenJS Presentation</dc:subject>
  <dc:creator>hybrid-ai 교육팀</dc:creator>
  <cp:lastModifiedBy>hybrid-ai 교육팀</cp:lastModifiedBy>
  <cp:revision>1</cp:revision>
  <dcterms:created xsi:type="dcterms:W3CDTF">2026-10-31T09:08:50Z</dcterms:created>
  <dcterms:modified xsi:type="dcterms:W3CDTF">2026-10-31T09:08:50Z</dcterms:modified>
</cp:coreProperties>
</file>