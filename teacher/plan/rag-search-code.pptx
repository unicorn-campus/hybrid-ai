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① 권한 필터 – 실제 코드
교육생 실습 함수 build_chroma_filter(빈칸 2곳)의 정답임. build_weight_mask는 제공 함수임
실행 화면 ①에서 BM25 대상 청크 수가 agent 212개, auditor + M-1042는 4개로 나오는지 봅니다(README 5장)
회원번호는 member_pseudonym이 SHA-256 앞 16자리 가명 ID로 바꿉니다. 색인에도 가명 ID만 있습니다
코드: hands-on/solutions/rag/retriever/(core_search.py의 build_chroma_filter, build_weight_mask).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② Adaptive 분류 – 실제 코드
교육생 실습 함수 apply_plan_rules(빈칸 3곳: ❷, ❸, ❺)의 정답임
분류 LLM 호출은 main의 classify_question이 LCEL 체인과 구조화 출력(QuestionPlan)으로 함. LLM이 실패하면 단순 질문으로 처리합니다
condition_terms_of, domain_terms_of는 main이 토크나이저를 묶어 넘기는 함수입니다. 화면에서는 인자 줄을 ...로 줄였습니다
코드: hands-on/solutions/rag/retriever/(core_search.py의 apply_plan_rules).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③ 검색 – BM25 실제 코드
교육생 실습 함수 search_bm25(직접 작성)의 정답임
질문 토큰화는 main이 인덱서 모듈의 tokenize_korean으로 합니다. 카드명이 한 토큰(한빛모아생활)으로 잡히는지 화면에서 봅니다
BM25 점수는 상한이 없어 벡터 점수와 단위가 다릅니다. 그래서 융합 전에 정규화합니다
코드: hands-on/solutions/rag/retriever/(core_search.py의 search_bm25).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③ 검색 – 유사도 검색 실제 코드
교육생 실습 함수 search_vector(빈칸 2곳: ❶, ❹)의 정답임
HNSW 설정(코사인, M 16, construction_ef 200, search_ef 100)은 main의 COLLECTION_METADATA로 인덱서와 같게 엽니다
앞 장의 KURE-v2(768차원)는 기법 설명용 예이고, 실습 예제는 Cohere embed-v5.0-fast(2048차원) API를 씁니다
코드: hands-on/solutions/rag/retriever/(core_search.py의 search_vector).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③ 검색 – 융합 실제 코드
교육생 실습 함수 fuse_weighted(직접 작성)의 정답임. fuse_rrf는 제공 함수임
융합 상위 top_k × 2 = 10개만 리랭크로 넘깁니다(main search_query)
하위 질문끼리는 서로 다른 질문이라 점수 분포가 달라 RRF로 합칩니다(154쪽). 재검색의 Multi-Query 표현끼리는 평균(가중합)으로 합칩니다
코드: hands-on/solutions/rag/retriever/(core_search.py의 fuse_weighted).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③ 검색 – 리랭크 실제 코드
교육생 실습 함수 rerank(빈칸 2곳: ❷, ❹)의 정답임
question은 변환 질의가 아니라 원 질의(하위 질문)입니다. HyDE처럼 검색 문장이 바뀌어도 관련성은 원래 물음으로 잽니다
리랭크가 실패하면 main이 융합 순위를 그대로 쓰고, 그 질의는 재검색하지 않습니다(호출 폭증 방지)
코드: hands-on/solutions/rag/retriever/(core_search.py의 rerank).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④ CRAG 채점 – 채점 실제 코드
교육생 실습 함수 grade(직접 작성)의 정답임. 신호 6개는 제공 함수 build_signals가 계산합니다
기준값은 main 맨 위 THRESHOLDS 상수입니다. 평가셋 25문항 실측으로 정한 출발값이며 149쪽처럼 평가하면서 조정합니다
같은 검색 결과면 언제나 같은 판정이 나옵니다. 판정 근거(신호값)는 화면에 기준값과 나란히 찍힙니다
코드: hands-on/solutions/rag/retriever/(core_search.py의 grade).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④ CRAG 채점 – 질문 변환 실제 코드
교육생 실습 함수 apply_transform_rules(빈칸 3곳: ❶, ❸, ❹)의 정답임
LLM 호출은 main의 transform_query가 합니다. 원 질의, 판정 근거(신호 6개), 검색 결과, 이전 질의, 170쪽 기법 가이드를 함께 줍니다
재검색은 변환 질의(와 원 질의)로 검색해 평균으로 합치고, 리랭크는 원 질의 기준입니다. 다시 채점한 뒤에도 불확실이면 리랭크 0.3 이상 근거만 ⑤로 넘깁니다
복합 질문의 하위 질문에서 LLM이 clarify를 고르면 main이 keep으로 바꿉니다(다른 하위 질문 답까지 버리지 않게)
코드: hands-on/solutions/rag/retriever/(core_search.py의 apply_transform_rules).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⑤ 답변 생성 – 실제 코드
교육생 실습 함수 generate_answer(빈칸 2곳: ❹, ❺)의 정답임
프롬프트 규칙: 근거만으로 답함, chunk_id는 &lt;청크 id="..."&gt;의 값만(본문 속 D2-C001-B02 같은 코드는 청크ID가 아님), 인용문은 한 글자도 바꾸지 않음
실측: 청크ID를 태그 속성으로 따로 두기 전에는 혜택 청크의 카드 코드를 청크ID로 인용해 검증이 늘 실패했습니다(README 7.3)
코드: hands-on/solutions/rag/retriever/(core_search.py의 AnswerSentence, GroundedAnswer, generate_answer).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검색 워크플로우: ⑥ Self-RAG 근거 검증 – 실제 코드
교육생 실습 함수 verify_answer(직접 작성)의 정답임
재작성 반복은 main의 step5_6_answer가 맡습니다. 실패면 사유를 넣어 ⑤를 다시 부르고(MAX_REWRITES 2, 첫 시도 포함 3번), 다 쓰면 「확인 필요: 인용 검증을 통과하지 못함」으로 끝냅니다
실측: Q17에서 3번 문장 인용문이 본문과 달라 재작성 1/2 뒤 검증을 통과했습니다
⑥은 「인용문이 본문에 있는가」만 봅니다. 인용은 맞는데 해석이 틀린 답은 걸러내지 못합니다(README 9장)
코드: hands-on/solutions/rag/retriever/(core_search.py의 verify_answer). 줄 끝 주석은 장표에서 뺌
상세 문서: https://github.com/unicorn-campus/hybrid-ai/blob/main/hands-on/solutions/rag/retriever/core_search.py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① 권한 필터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 수 있는 청크를 검색 전에 코드가 정함. 벡터 검색은 Chroma 필터로, BM25 검색은 0과 1로 된 마스크로 거름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build_chroma_filter, build_weight_mask)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build_chroma_filter(role: str, member_pseudo_id: str | None) -&gt; dict |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role == "agent":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{"access_level": {"$eq": "public"}}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member_pseudo_id is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None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"$and": [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{"access_level": {"$eq": "restricted"}},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{"member_pseudo_id": {"$eq": member_pseudo_id}}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build_weight_mask(chunks: list[dict], role: str, member_pseudo_id: str | None) -&gt; tuple: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mask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np.zeros(len(chunks), dtype=np.float32)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allowed_count = 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index in range(len(chunks)):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is_chunk_allowed(chunks[index]["metadata"], role, member_pseudo_id):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mask[index] = 1.0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allowed_count = allowed_count + 1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mask, allowed_count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상담사(agent)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약관과 혜택 안내(public)만 봄. $eq는 메타데이터 값이 같은 청크만 남김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2790342"/>
            <a:ext cx="4251960" cy="713638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감사자, 회원 지정 없음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조건이 없으므로 None을 돌려줌(전부 봄)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3595421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감사자 + 회원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상담 이력 등급이면서 그 회원의 가명 ID인 청크만. 회원번호 대신 되돌릴 수 없는 가명 ID로 거름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4896307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BM25 권한 마스크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색인은 전체 청크로 미리 만들어 두었으므로 청크마다 1(볼 수 있음) 또는 0을 담은 배열을 만듦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6197194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같은 규칙 한 벌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is_chunk_allowed가 Chroma 필터와 같은 규칙을 조건문으로 적어 두 검색의 권한이 어긋나지 않음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② Adaptive 분류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LLM이 낸 유형과 하위 질문을 규칙 5개로 검사함. 하나라도 걸리면 원 질문 1개로 검색하는 단순 경로로 돌림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apply_plan_rules)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apply_plan_rules(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question_type not in [QTYPE_CHITCHAT, QTYPE_SIMPLE, QTYPE_COMPLEX]: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question_type == QTYPE_CHITCHAT: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business_words = sorted(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domain_terms_of(question)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len(business_words)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len(texts) &gt; max_sub_questions: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texts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texts[:max_sub_questions]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len(texts) &lt;= 1: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original_terms = condition_terms_of(question)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lost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original_terms - union_terms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invented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union_terms - original_terms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len(lost) &gt; 0 or len(invented) &gt;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❻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{"type": QTYPE_COMPLEX, "queries": texts, "reply": "", "warnings": warnings}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157901"/>
          </a:xfrm>
          <a:prstGeom prst="roundRect">
            <a:avLst>
              <a:gd name="adj" fmla="val 631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모르는 유형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약속하지 않은 유형을 내면 단순 질문으로 처리함. 규칙에 걸린 자리(...)는 모두 fallback_simple(원 질문 1개)을 돌려줌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881921" y="2986701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잡담 오분류 막기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잡담 판정이어도 카드명, 숫자, 업무 어휘가 있으면 단순 질문으로 검색함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881921" y="4019127"/>
            <a:ext cx="4251960" cy="724069"/>
          </a:xfrm>
          <a:prstGeom prst="roundRect">
            <a:avLst>
              <a:gd name="adj" fmla="val 1010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하위 질문 최대 3개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공백과 중복을 정리한 뒤 앞에서부터 3개만 씀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881921" y="4834636"/>
            <a:ext cx="4251960" cy="724069"/>
          </a:xfrm>
          <a:prstGeom prst="roundRect">
            <a:avLst>
              <a:gd name="adj" fmla="val 1010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1개 이하면 분해가 아님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그대로 검색함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881921" y="5650145"/>
            <a:ext cx="4251960" cy="940985"/>
          </a:xfrm>
          <a:prstGeom prst="roundRect">
            <a:avLst>
              <a:gd name="adj" fmla="val 7774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조건 보존 검사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질문의 조건 낱말(카드명, 숫자)이 빠지거나(lost) 새로 생기면(invented) 단순 질문으로 되돌림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881921" y="6682571"/>
            <a:ext cx="4251960" cy="724069"/>
          </a:xfrm>
          <a:prstGeom prst="roundRect">
            <a:avLst>
              <a:gd name="adj" fmla="val 1010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❻ 모두 통과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복합 질문으로 확정하고 하위 질문마다 ③ 검색을 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③ 검색 – BM25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저장된 bm25s 점수표에서 청크마다 점수를 받아 권한 마스크를 곱하고, 0점을 뺀 뒤 점수 내림차순으로 정렬함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search_bm25)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search_bm25(bm25, chunks: list[dict], query_tokens: list[str], top_n: int, weight_mask=None)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scores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bm25.get_scores(query_tokens, weight_mask=weight_mask)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scored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index in range(len(chunks)):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score = float(scores[index])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score &gt; 0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scored.append((score, index))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scored.sort(reverse=True)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hits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rank, (score, index) in enumerate(scored[:top_n],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chunk = chunks[index]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hits.append(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"chunk_id": chunk["chunk_id"],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"score": score,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"rank": rank,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hits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612138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저장된 점수표로 계산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토큰(색인과 같은 Kiwi 규칙)으로 청크마다 점수 1개. weight_mask를 곱해 권한 밖 청크는 0점이 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440938"/>
            <a:ext cx="4251960" cy="1085342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0점은 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토큰이 하나도 없거나 권한 밖인 청크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617720"/>
            <a:ext cx="4251960" cy="1085342"/>
          </a:xfrm>
          <a:prstGeom prst="roundRect">
            <a:avLst>
              <a:gd name="adj" fmla="val 674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점수 내림차순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(점수, 순번) 쌍은 점수부터 비교함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794502"/>
            <a:ext cx="4251960" cy="1612138"/>
          </a:xfrm>
          <a:prstGeom prst="roundRect">
            <a:avLst>
              <a:gd name="adj" fmla="val 453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벡터 결과와 같은 꼴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chunk_id, score, rank 키를 맞춰 두어야 융합에서 한 표로 합칠 수 있음. 후보는 top_k × 4 = 20개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③ 검색 – 유사도 검색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질의를 Cohere로 임베딩하고 Chroma HNSW 근사 검색으로 가까운 청크를 찾은 뒤, 거리를 「클수록 좋은」 점수로 바꿈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search_vector)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search_vector(store, query: str, top_n: int, chroma_filter: dict | None)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results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store.similarity_search_with_score(query, k=top_n, filter=chroma_filter)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hits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rank, (document, distance) in enumerate(results,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hits.append(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{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"chunk_id": document.id,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"text": document.page_content,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"metadata": document.metadata,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"score":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1.0 - float(distance)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"rank": rank,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hits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743837"/>
          </a:xfrm>
          <a:prstGeom prst="roundRect">
            <a:avLst>
              <a:gd name="adj" fmla="val 419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임베딩 + 근사 검색 + 권한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번의 호출이 질의 임베딩(Cohere API)과 HNSW 검색을 함께 함. filter에 ①의 Chroma 필터를 넘겨 검색 「전에」 거름. 후보는 top_k × 4 = 20개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572637"/>
            <a:ext cx="4251960" cy="953643"/>
          </a:xfrm>
          <a:prstGeom prst="roundRect">
            <a:avLst>
              <a:gd name="adj" fmla="val 767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(문서, 거리) 쌍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가까운 순서로 옴. 순위는 1부터 매김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617720"/>
            <a:ext cx="4251960" cy="1217041"/>
          </a:xfrm>
          <a:prstGeom prst="roundRect">
            <a:avLst>
              <a:gd name="adj" fmla="val 60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같은 키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인덱서가 chunk_id를 Chroma id로 저장해 BM25 결과와 같은 키로 합칠 수 있음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926201"/>
            <a:ext cx="4251960" cy="1480439"/>
          </a:xfrm>
          <a:prstGeom prst="roundRect">
            <a:avLst>
              <a:gd name="adj" fmla="val 494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점수 방향 통일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코사인 거리는 작을수록 가까움. 1 - 거리로 바꿔 BM25, 리랭크 점수처럼 클수록 좋게 맞춤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③ 검색 – 융합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단위가 다른 두 점수를 0 ~ 1로 다시 편 뒤 6 : 4로 더함(기본). RRF는 점수를 버리고 순위만으로 합침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fuse_weighted)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fuse_weighted(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vector_normalized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_normalize_scores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(vector_hits)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bm25_normalized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_normalize_scores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(bm25_hits)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merged = _merge_lists([vector_hits, bm25_hits], ["vector", "bm25"])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fused_scores = {}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chunk_id in merged: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vector_part = 0.0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chunk_id in vector_normalized: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vector_part = vector_normalized[chunk_id]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bm25_part = 0.0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chunk_id in bm25_normalized: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bm25_part = bm25_normalized[chunk_id]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fused_scores[chunk_id]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vector_weight * vector_part + bm25_weight * bm25_part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_build_fused_list(merged, fused_scores)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검색별로 따로 정규화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(점수 - 최소) / (최대 - 최소)로 벡터 결과와 BM25 결과를 각자 0 ~ 1로 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11169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chunk_id로 묶기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결과를 한 표로 모으고 found_in에 어느 검색에서 나왔는지 남김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486021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없는 쪽은 0점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한쪽 검색에만 나온 청크는 없는 쪽 점수를 0으로 봄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860352"/>
            <a:ext cx="4251960" cy="1546289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가중합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0.6 + BM25 0.4. 양쪽 1위면 1.0. RRF(--fusion rrf, 제공 fuse_rrf)는 점수 대신 순위 r마다 1 / (60 + r)을 더함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③ 검색 – 리랭크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융합 후보 10개의 본문을 원 질의와 함께 리랭커에 보내 다시 채점하고, 점수 순으로 근거 5개를 고름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rerank)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rerank(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 -&gt; list[dict]: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len(candidates)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documents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candidate in candidates: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documents.append(candidate["text"])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response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cohere_client.rerank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model=model_name,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query=question,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documents=documents,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top_n=top_k,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reranked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rank, result in enumerate(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response.results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candidate = dict(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candidates[result.index]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candidate["fused_rank"] = candidate["rank"]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candidate["rerank_score"]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float(result.relevance_score)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candidate["rank"] = rank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reranked.append(candidate)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reranked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본문만 모음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보낸 목록의 순서가 곧 응답 index의 기준임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678786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질문과 청크를 한 쌍으로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 rerank-v4.0-fast가 쌍마다 관련성을 매김. API를 한 번 부름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883609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점수순 응답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results는 relevance_score가 높은 순으로 top_n(5)개가 옴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088433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index로 원래 후보 찾기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원본을 바꾸지 않도록 복사해 씀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029858"/>
            <a:ext cx="4251960" cy="1376782"/>
          </a:xfrm>
          <a:prstGeom prst="roundRect">
            <a:avLst>
              <a:gd name="adj" fmla="val 5313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리랭크 점수(0 ~ 1)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리랭크 전 순위(fused_rank)도 남겨 「융합 n위 → m위」 변화를 화면에 보여 줌. ④ 채점의 주 점수가 됨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④ CRAG 채점 – 채점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채점은 LLM 없이 점수 규칙으로 함. 부정확을 먼저 거르고, 정확 조건을 모두 채우면 정확, 나머지는 불확실임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grade)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grade(signals: dict, thresholds: dict) -&gt; str: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signals["result_count"]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GRADE_INCORRECT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signals["main_score"] is not None and signals["main_score"] &lt; thresholds["lower"]: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GRADE_INCORRECT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overlap_ok = signals["overlap"] &gt;= thresholds["min_overlap"]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signals["main_score"] is not None and signals["main_score"] &gt;= thresholds["overlap_waiver"]: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overlap_ok = True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signals["reranked"]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and signals["main_score"] &gt;= thresholds["upper"]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and signals["keyword_match"]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and signals["target_match"]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and signals["gap"] &gt;= thresholds["min_gap"]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and overlap_ok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GRADE_CORRECT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❻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GRADE_UNCERTAIN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4615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부정확(하나라도)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0건이거나 1위 리랭크 점수가 하한 0.3 미만 → 근거에서 뺌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881921" y="2774950"/>
            <a:ext cx="4251960" cy="94615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검색기 합의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벡터와 BM25 상위 5개가 1개 이상 겹치거나, 1위가 0.9 이상이면 겹침 조건 면제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881921" y="3812540"/>
            <a:ext cx="4251960" cy="713740"/>
          </a:xfrm>
          <a:prstGeom prst="roundRect">
            <a:avLst>
              <a:gd name="adj" fmla="val 1024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정확 조건(모두)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리랭크 성공, 1위 점수 0.7 이상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881921" y="4617720"/>
            <a:ext cx="4251960" cy="94615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핵심어와 대상 일치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카드명, 숫자가 근거에 있고, 질문이 가리킨 카드와 1위 청크의 카드가 같음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881921" y="5655310"/>
            <a:ext cx="4251960" cy="946150"/>
          </a:xfrm>
          <a:prstGeom prst="roundRect">
            <a:avLst>
              <a:gd name="adj" fmla="val 773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격차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1위와 다른 대상(다른 카드, 다른 청크) 최고 점수의 차가 0.05 이상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881921" y="6692900"/>
            <a:ext cx="4251960" cy="713740"/>
          </a:xfrm>
          <a:prstGeom prst="roundRect">
            <a:avLst>
              <a:gd name="adj" fmla="val 1024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❻ 나머지는 불확실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질문을 바꿔 한 번 더 검색함(다음 장)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④ CRAG 채점 – 질문 변환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불확실 질의는 LLM이 기법을 고르고 질의를 쓰며, 코드 금지 규칙이 받아들일지 정함. 재검색은 질의마다 1회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apply_transform_rules)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apply_transform_rules(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) -&gt; dict: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forced_clarify is not None: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decision["technique"]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CLARIFY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decision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technique not in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ALLOWED_TECHNIQUES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decision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query in queries: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key in seen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continue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decision["include_original"]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technique in ORIGINAL_REQUIRED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decision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대상명 없음 + 대상 섞임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카드명이 없는데 결과에 여러 카드가 섞이면 LLM 답과 상관없이 되물음(clarify)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3111690"/>
            <a:ext cx="4251960" cy="1546289"/>
          </a:xfrm>
          <a:prstGeom prst="roundRect">
            <a:avLst>
              <a:gd name="adj" fmla="val 473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허용 선택지 밖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4기법(rewrite, multi, hyde, stepback)과 keep, clarify 밖이면 keep(바꾸지 않음)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4749419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같은 질의 반복 금지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질의, 이전 질의와 같은 질의는 버림. 남은 질의가 없으면 keep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6123750"/>
            <a:ext cx="4251960" cy="1282891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원 질의 함께 검색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HyDE, Step-Back은 질문을 크게 바꾸므로 원 질의도 같이 검색함(167쪽)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⑤ 답변 생성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근거 청크만 &lt;청크 id&gt; 태그로 넘기고, 문장마다 청크ID와 인용문을 구조화 출력으로 받음. 답이 없으면 missing에 적음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AnswerSentence, GroundedAnswer, generate_answer)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AnswerSentence(BaseModel):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quote: str = Field(description="그 청크 본문에서 글자 그대로 옮긴 인용문(20 ~ 80자). 바꾸거나 요약하지 않음")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class GroundedAnswer(BaseModel):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missing: str = Field(description="근거에서 확인하지 못한 내용을 한 문장으로. 모두 답했으면 빈 문자열")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generate_answer(llm, question: str, hits: list[dict], failures: list[str] | None = None) -&gt; GroundedAnswer: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if len(hits) == 0: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return GroundedAnswer(sentences=[], missing="권한 범위 안에서 검색된 근거가 없음")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...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structured_llm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llm.with_structured_output(GroundedAnswer, method="json_schema", strict=True)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chain =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prompt | structured_llm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answer = chain.invoke({"question": question, "evidence": format_evidence(hits), "feedback": feedback})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answer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문장, 청크ID, 인용문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인용문을 따로 받아야 ⑥이 본문과 글자 대조를 할 수 있음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81921" y="2790342"/>
            <a:ext cx="4251960" cy="961542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확인 못 한 내용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근거에 답이 없으면 문장 0개 + missing → 「확인 필요:」로 끝나고 ⑥을 건너뜀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881921" y="3843325"/>
            <a:ext cx="4251960" cy="713638"/>
          </a:xfrm>
          <a:prstGeom prst="roundRect">
            <a:avLst>
              <a:gd name="adj" fmla="val 1025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근거 0건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LLM을 부르지 않고 바로 「확인 필요」를 돌려줌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881921" y="4648403"/>
            <a:ext cx="4251960" cy="1209446"/>
          </a:xfrm>
          <a:prstGeom prst="roundRect">
            <a:avLst>
              <a:gd name="adj" fmla="val 6048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구조화 출력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LLM이 GroundedAnswer 칸을 채운 JSON으로 답함. strict=True가 없으면 gpt-oss-120b가 스키마를 되돌림(실측)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9881921" y="5949290"/>
            <a:ext cx="4251960" cy="145735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LCEL 체인</a:t>
            </a:r>
            <a:endParaRPr lang="en-US" sz="1700" dirty="0"/>
          </a:p>
          <a:p>
            <a:pPr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프롬프트 → Groq gpt-oss-120b → GroundedAnswer 객체. 재작성 때는 ⑥의 실패 사유(failures)를 feedback으로 프롬프트에 함께 넣음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워크플로우: ⑥ Self-RAG 근거 검증 – 실제 코드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답의 인용을 근거 본문과 코드로 대조함. 실패하면 사유를 주고 ⑤를 최대 2번 다시 부르고, 끝내 실패하면 「확인 필요」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9321" y="1737360"/>
            <a:ext cx="9144000" cy="5669280"/>
          </a:xfrm>
          <a:prstGeom prst="roundRect">
            <a:avLst>
              <a:gd name="adj" fmla="val 1290"/>
            </a:avLst>
          </a:prstGeom>
          <a:solidFill>
            <a:srgbClr val="EEF3FA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6481" y="1810512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코드 (core_search.py의 verify_answer)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6481" y="2157984"/>
          <a:ext cx="88696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8458200"/>
              </a:tblGrid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 verify_answer(answer: GroundedAnswer, evidence_texts: dict) -&gt; list[str]: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failures = []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❶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for number, sentence in enumerate(answer.sentences, start=1):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❷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sentence.chunk_id.strip() == "":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failures.append(f"{number}번 문장에 근거 청크ID가 없음: {sentence.text[:40]}")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continue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❸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sentence.chunk_id not in evidence_texts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failures.append(f"{number}번 문장이 근거에 없는 청크ID를 인용함: {sentence.chunk_id}")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continue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❹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body = compact_text(evidence_texts[sentence.chunk_id])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quote = compact_text(sentence.quote)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2E74C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❺</a:t>
                      </a: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if quote == "" or 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quote not in body</a:t>
                      </a:r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: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failures.append(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    f"{number}번 문장의 인용문이 {sentence.chunk_id} 본문과 글자 그대로 맞지 않음: \"{sentence.quote[:40]}\""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        )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32918">
                <a:tc>
                  <a:txBody>
                    <a:bodyPr/>
                    <a:lstStyle/>
                    <a:p>
                      <a:pPr algn="ctr" indent="0" marL="0">
                        <a:lnSpc>
                          <a:spcPct val="88000"/>
                        </a:lnSpc>
                        <a:buNone/>
                      </a:pPr>
                      <a:endParaRPr lang="en-US" sz="16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8800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    return failures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881921" y="1737360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❶ 문장마다 검사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사유는 ⑤ 재작성 프롬프트로 그대로 넘기므로 문장 번호를 1부터 적음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881921" y="2942184"/>
            <a:ext cx="4251960" cy="849986"/>
          </a:xfrm>
          <a:prstGeom prst="roundRect">
            <a:avLst>
              <a:gd name="adj" fmla="val 8606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❷ 인용 없는 문장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근거를 대지 않은 문장은 실패로 셈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881921" y="3883609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❸ 없는 청크ID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묶음에 없는 청크를 인용하면 지어낸 인용으로 보고 실패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881921" y="5088433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❹ 공백은 지우고 비교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 본문은 줄바꿈 위치가 문장 중간에 있어 띄어쓰기와 줄바꿈을 모두 지운 뒤 비교함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881921" y="6293256"/>
            <a:ext cx="4251960" cy="1113384"/>
          </a:xfrm>
          <a:prstGeom prst="roundRect">
            <a:avLst>
              <a:gd name="adj" fmla="val 657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152400" tIns="76200" rIns="127000" bIns="7620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❺ 본문 불일치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인용문이 그 청크 본문에 글자 그대로 없으면 실패. 빈 목록이 돌아가면 통과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검색 교재 코드 장표</dc:title>
  <dc:subject>PptxGenJS Presentation</dc:subject>
  <dc:creator>hybrid-ai 교육팀</dc:creator>
  <cp:lastModifiedBy>hybrid-ai 교육팀</cp:lastModifiedBy>
  <cp:revision>1</cp:revision>
  <dcterms:created xsi:type="dcterms:W3CDTF">2026-10-25T22:27:43Z</dcterms:created>
  <dcterms:modified xsi:type="dcterms:W3CDTF">2026-10-25T22:27:43Z</dcterms:modified>
</cp:coreProperties>
</file>