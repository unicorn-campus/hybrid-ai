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1: Late Chunking: 문서 전체를 먼저 임베딩하고 나중에 자르기
핵심 한 줄: 기존 방식은 "자르고 나서 임베딩"이라 청크끼리 서로 못 봅니다. Late Chunking은 "임베딩하고 나서 자르기"라서 토큰 벡터 하나하나에 문서 전체 정보가 섞인 뒤에 청크 구간별로 평균을 냅니다. 추가 학습도 LLM 호출도 없습니다.
블로그 예시: 베를린 위키 문서를 문장 단위로 자르면 "Its more than 3.85 million inhabitants make it the European Union's most populous city..." 문장에 Berlin이라는 단어가 없습니다. 논문 표 1(jina-embeddings-v2-small)에서 이 문장과 "Berlin"의 코사인 유사도는 기존 0.7084, Late 0.8249입니다. 다른 두 문장도 0.75에서 0.85, 0.85에서 0.85로 같거나 올랐습니다.
처리 절차 보충: 경계 단서는 여전히 필요하고, 쓰는 시점만 모델 통과 뒤로 밀립니다. 코드는 tokenizer의 offset mapping으로 글자 위치를 토큰 번호 구간으로 바꾸고, 구간의 토큰 벡터를 더해 개수로 나눕니다(공식 저장소 chunked_pooling). 블로그 1편은 "앞 청크에 조건화"라고 썼지만 2편이 "양방향"으로 바로잡았습니다.
긴 문서: 모델 한도 8192토큰을 넘으면 long late chunking(논문 v3 3.1절)을 씁니다. 큰 창으로 나눠 각각 통과시키되 창끼리 512토큰을 겹쳐 문맥을 보충하고, 겹친 앞부분 출력은 버리고 이어 붙입니다.
효과 표 조건: 고정 256토큰 청크, 겹침 없음, BEIR 4개 데이터셋, nDCG@10(상위 10개 순서 점수, 높을수록 좋음). 3개 모델 평균 상대 향상은 고정 크기 +3.46%, 문장 경계 +3.63%, 의미 경계 +2.70%입니다. 문서가 길수록 이득이 크고(NFCorpus 평균 1,589자 +6.5점, Quora 62자 변화 없음), 청크가 작을수록 이득이 큽니다.
지원 모델: Jina API는 요청에 late_chunking: true를 주면 되고, 2026년 10월 OpenAPI 명세 기준 jina-embeddings-v3와 v4에만 있습니다(v2, v5 없음). 로컬 실행은 jina-embeddings-v3(572M, 약 2.1GB, trust_remote_code 필요)이며 라이선스가 CC BY-NC 4.0이라 상업 이용은 문의가 필요합니다. 일반 조건은 토큰 벡터 접근 가능, 8192 이상 긴 문맥, 평균 풀링 모델입니다. CLS나 max 풀링 모델은 부적합합니다.
한계와 독립 비교: 1차 출처가 모두 Jina 측 자료입니다. 독립 비교(arXiv 2504.19754, NFCorpus 20% 부분집합, jina-v3, 512토큰 청크)에서 nDCG@10은 Late 0.294, Contextual Retrieval 0.308이었습니다. 다만 Contextual 쪽에 BM25 결합과 리랭커가 포함되어 순수 비교는 아닙니다. 같은 연구에서 BGE-M3는 NFCorpus 0.225에서 0.067로 크게 떨어져, 모델을 가려 써야 합니다.
실습 적용 포인트: Cohere embed API는 텍스트마다 최종 벡터 하나만 주므로 구간 평균을 낼 토큰 벡터가 없습니다. 적용하려면 임베딩 모델을 Jina로 바꿔야 하고, 질문 벡터도 같은 모델로 만들어야 하며 기존 Cohere 인덱스와 섞을 수 없습니다. BM25 색인과 청크 문장은 그대로 씁니다. Chroma에는 미리 계산한 벡터를 upsert의 embeddings 인자로 넣습니다. 상세 문서 9절에 Jina API 방식과 로컬 방식 Python 예시가 있습니다.
Contextual Retrieval과의 차이: Contextual은 글 자체에 문맥을 써 넣어 임베딩과 BM25가 함께 좋아지지만 청크마다 LLM 비용이 듭니다. Late Chunking은 비용이 거의 없지만 글이 바뀌지 않아 BM25에는 영향이 없고 모델 제약이 큽니다.
상세 문서: https://github.com/unicorn-campus/hybrid-ai/blob/main/research/rag/late-chunking.md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/late-chunking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Late Chunking: 문서 전체를 먼저 임베딩하고 나중에 자르기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긴 문맥 임베딩 모델에 문서 전체를 한 번 통과시킨 뒤, 토큰 벡터를 청크 구간별로 평균 내어 문맥을 보존합니다.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필요한가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9321" y="2240280"/>
            <a:ext cx="4069080" cy="2011680"/>
          </a:xfrm>
          <a:prstGeom prst="roundRect">
            <a:avLst>
              <a:gd name="adj" fmla="val 4545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베를린의 인구는?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청크: "Its more than 3.85 million inhabitants..."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"Its"가 무엇인지 몰라 Berlin 질문에 안 걸림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Late 적용 뒤 Berlin과 유사도 0.71 → 0.82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9321" y="438912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적용(Chroma + Cohere)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9321" y="4892040"/>
            <a:ext cx="4069080" cy="13716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 API는 토큰 벡터를 안 줘 적용 불가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대안: Jina API late_chunking 또는 jina-v3 로컬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질문도 같은 모델로 임베딩, Chroma에는 벡터만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7001" y="1737360"/>
            <a:ext cx="43434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처리 절차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7001" y="2240280"/>
            <a:ext cx="434340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4161" y="25077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4944161" y="25077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47081" y="2240280"/>
            <a:ext cx="356616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splitter로 청크 경계를 정함(경계는 여전히 필요)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7001" y="3268980"/>
            <a:ext cx="434340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4161" y="35364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4944161" y="35364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47081" y="3268980"/>
            <a:ext cx="356616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전체를 토큰화하고 글자 경계를 토큰 구간으로 바꿈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807001" y="4297680"/>
            <a:ext cx="434340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44161" y="45651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4944161" y="45651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47081" y="4297680"/>
            <a:ext cx="356616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모델을 한 번 통과시켜 토큰 벡터를 얻음(모든 토큰이 문서 전체를 봄)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807001" y="5326380"/>
            <a:ext cx="434340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44161" y="55938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4944161" y="55938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447081" y="5326380"/>
            <a:ext cx="356616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청크 구간별로 토큰 벡터를 평균 내어 청크 벡터를 만듦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379001" y="1737360"/>
            <a:ext cx="47548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효과(nDCG@10, jina-embeddings-v3)</a:t>
            </a:r>
            <a:endParaRPr lang="en-US" sz="1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79001" y="2240280"/>
          <a:ext cx="4754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데이터셋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기존 청킹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SciFact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71.8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NFCorpus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36.7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FiQA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47.6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TRECCOVID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77.2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/>
          <p:nvPr/>
        </p:nvSpPr>
        <p:spPr>
          <a:xfrm>
            <a:off x="9379001" y="4617720"/>
            <a:ext cx="47548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379001" y="5120640"/>
            <a:ext cx="4754880" cy="11430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벡터를 주고 문서를 통째로 담는 긴 문맥 평균 풀링 모델 필요</a:t>
            </a:r>
            <a:endParaRPr lang="en-US" sz="14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글은 그대로라 BM25 효과 없음. 짧은 문서는 이득 작음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호출 없이 문맥을 얻지만, 독립 비교(NFCorpus nDCG@10)에서는 Contextual 0.308 대 Late 0.294로 뒤졌습니다.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2" name="Text 2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Günther 외, Late Chunking (arXiv 2409.04701 v3). Jina AI 블로그 1편(2024-08-22)과 2편(2024-10-03)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 Chunking: 문서 전체를 먼저 임베딩하고 나중에 자르기</dc:title>
  <dc:subject>PptxGenJS Presentation</dc:subject>
  <dc:creator>hybrid-ai 교육팀</dc:creator>
  <cp:lastModifiedBy>hybrid-ai 교육팀</cp:lastModifiedBy>
  <cp:revision>1</cp:revision>
  <dcterms:created xsi:type="dcterms:W3CDTF">2026-10-21T15:29:14Z</dcterms:created>
  <dcterms:modified xsi:type="dcterms:W3CDTF">2026-10-21T15:29:14Z</dcterms:modified>
</cp:coreProperties>
</file>